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8" r:id="rId5"/>
    <p:sldId id="262" r:id="rId6"/>
    <p:sldId id="257" r:id="rId7"/>
    <p:sldId id="258" r:id="rId8"/>
    <p:sldId id="259" r:id="rId9"/>
    <p:sldId id="260" r:id="rId10"/>
    <p:sldId id="269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23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D1D01-DFC0-4A58-B997-69861C31DB6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093053-238F-4A35-BC20-5ECE5670585E}">
      <dgm:prSet phldrT="[Text]" phldr="0"/>
      <dgm:spPr/>
      <dgm:t>
        <a:bodyPr/>
        <a:lstStyle/>
        <a:p>
          <a:r>
            <a:rPr lang="en-US" dirty="0"/>
            <a:t>Growing demand for E-learning</a:t>
          </a:r>
        </a:p>
      </dgm:t>
    </dgm:pt>
    <dgm:pt modelId="{2DC911C4-6D43-4E95-8521-2C4E83838C95}" type="parTrans" cxnId="{AC34F0C9-6421-41FA-AAF8-7D64E0F96E13}">
      <dgm:prSet/>
      <dgm:spPr/>
      <dgm:t>
        <a:bodyPr/>
        <a:lstStyle/>
        <a:p>
          <a:endParaRPr lang="en-US"/>
        </a:p>
      </dgm:t>
    </dgm:pt>
    <dgm:pt modelId="{FB633E0D-3E00-4381-99A7-BC93002652C8}" type="sibTrans" cxnId="{AC34F0C9-6421-41FA-AAF8-7D64E0F96E13}">
      <dgm:prSet/>
      <dgm:spPr/>
      <dgm:t>
        <a:bodyPr/>
        <a:lstStyle/>
        <a:p>
          <a:endParaRPr lang="en-US"/>
        </a:p>
      </dgm:t>
    </dgm:pt>
    <dgm:pt modelId="{7015CE60-2888-4D48-982C-A2D3AC143AA6}">
      <dgm:prSet phldrT="[Text]" phldr="0"/>
      <dgm:spPr/>
      <dgm:t>
        <a:bodyPr/>
        <a:lstStyle/>
        <a:p>
          <a:r>
            <a:rPr lang="en-US" dirty="0"/>
            <a:t>Flexible learning from anywhere</a:t>
          </a:r>
        </a:p>
      </dgm:t>
    </dgm:pt>
    <dgm:pt modelId="{43F9806C-679F-4FDA-BC3E-8BC801377057}" type="parTrans" cxnId="{3C652174-1F32-46AF-9BE5-DF4F7B2C6971}">
      <dgm:prSet/>
      <dgm:spPr/>
      <dgm:t>
        <a:bodyPr/>
        <a:lstStyle/>
        <a:p>
          <a:endParaRPr lang="en-US"/>
        </a:p>
      </dgm:t>
    </dgm:pt>
    <dgm:pt modelId="{2668C04F-F86E-4DDF-B0AA-F39F38A45E45}" type="sibTrans" cxnId="{3C652174-1F32-46AF-9BE5-DF4F7B2C6971}">
      <dgm:prSet/>
      <dgm:spPr/>
      <dgm:t>
        <a:bodyPr/>
        <a:lstStyle/>
        <a:p>
          <a:endParaRPr lang="en-US"/>
        </a:p>
      </dgm:t>
    </dgm:pt>
    <dgm:pt modelId="{CF8F6FFB-3A6A-4204-962A-0B19172BA443}">
      <dgm:prSet phldrT="[Text]" phldr="0"/>
      <dgm:spPr/>
      <dgm:t>
        <a:bodyPr/>
        <a:lstStyle/>
        <a:p>
          <a:r>
            <a:rPr lang="en-US" dirty="0"/>
            <a:t>Technology improving education</a:t>
          </a:r>
        </a:p>
      </dgm:t>
    </dgm:pt>
    <dgm:pt modelId="{08243667-5C3F-47E4-90F3-EF1B26220894}" type="parTrans" cxnId="{3D46BAC6-5F57-470E-8D50-52D11584D510}">
      <dgm:prSet/>
      <dgm:spPr/>
      <dgm:t>
        <a:bodyPr/>
        <a:lstStyle/>
        <a:p>
          <a:endParaRPr lang="en-US"/>
        </a:p>
      </dgm:t>
    </dgm:pt>
    <dgm:pt modelId="{9CF13C31-AD16-4E35-9E57-F9AAE0E7CEC9}" type="sibTrans" cxnId="{3D46BAC6-5F57-470E-8D50-52D11584D510}">
      <dgm:prSet/>
      <dgm:spPr/>
      <dgm:t>
        <a:bodyPr/>
        <a:lstStyle/>
        <a:p>
          <a:endParaRPr lang="en-US"/>
        </a:p>
      </dgm:t>
    </dgm:pt>
    <dgm:pt modelId="{FD3A71F1-B090-4DE2-A103-6AACF4CD3287}" type="pres">
      <dgm:prSet presAssocID="{F94D1D01-DFC0-4A58-B997-69861C31DB63}" presName="linear" presStyleCnt="0">
        <dgm:presLayoutVars>
          <dgm:dir/>
          <dgm:animLvl val="lvl"/>
          <dgm:resizeHandles val="exact"/>
        </dgm:presLayoutVars>
      </dgm:prSet>
      <dgm:spPr/>
    </dgm:pt>
    <dgm:pt modelId="{16EA80DC-9030-4FD2-A587-9722AC952B59}" type="pres">
      <dgm:prSet presAssocID="{CE093053-238F-4A35-BC20-5ECE5670585E}" presName="parentLin" presStyleCnt="0"/>
      <dgm:spPr/>
    </dgm:pt>
    <dgm:pt modelId="{8F6D8948-B6A5-4D6A-B378-518EDE85E4B2}" type="pres">
      <dgm:prSet presAssocID="{CE093053-238F-4A35-BC20-5ECE5670585E}" presName="parentLeftMargin" presStyleLbl="node1" presStyleIdx="0" presStyleCnt="3"/>
      <dgm:spPr/>
    </dgm:pt>
    <dgm:pt modelId="{E69A80D8-F7E5-4C40-9D9A-166A373E8FCD}" type="pres">
      <dgm:prSet presAssocID="{CE093053-238F-4A35-BC20-5ECE5670585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DF8014-13DC-49D3-A903-BC63D465FCC0}" type="pres">
      <dgm:prSet presAssocID="{CE093053-238F-4A35-BC20-5ECE5670585E}" presName="negativeSpace" presStyleCnt="0"/>
      <dgm:spPr/>
    </dgm:pt>
    <dgm:pt modelId="{0A4EC63E-C663-4302-A8CF-CBA1C8FD7AC8}" type="pres">
      <dgm:prSet presAssocID="{CE093053-238F-4A35-BC20-5ECE5670585E}" presName="childText" presStyleLbl="conFgAcc1" presStyleIdx="0" presStyleCnt="3">
        <dgm:presLayoutVars>
          <dgm:bulletEnabled val="1"/>
        </dgm:presLayoutVars>
      </dgm:prSet>
      <dgm:spPr/>
    </dgm:pt>
    <dgm:pt modelId="{18F4FA76-6E73-4503-8868-771B1E5DC9BC}" type="pres">
      <dgm:prSet presAssocID="{FB633E0D-3E00-4381-99A7-BC93002652C8}" presName="spaceBetweenRectangles" presStyleCnt="0"/>
      <dgm:spPr/>
    </dgm:pt>
    <dgm:pt modelId="{332B02BB-1570-4ACF-B74E-C878FC40B71D}" type="pres">
      <dgm:prSet presAssocID="{7015CE60-2888-4D48-982C-A2D3AC143AA6}" presName="parentLin" presStyleCnt="0"/>
      <dgm:spPr/>
    </dgm:pt>
    <dgm:pt modelId="{BDC40B79-B280-4ACA-9C2B-72D029B3D174}" type="pres">
      <dgm:prSet presAssocID="{7015CE60-2888-4D48-982C-A2D3AC143AA6}" presName="parentLeftMargin" presStyleLbl="node1" presStyleIdx="0" presStyleCnt="3"/>
      <dgm:spPr/>
    </dgm:pt>
    <dgm:pt modelId="{8EEA4AC0-562E-411D-A6A3-BB0C24C30503}" type="pres">
      <dgm:prSet presAssocID="{7015CE60-2888-4D48-982C-A2D3AC143A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E314E0-B91F-422B-BC68-B01B6682043E}" type="pres">
      <dgm:prSet presAssocID="{7015CE60-2888-4D48-982C-A2D3AC143AA6}" presName="negativeSpace" presStyleCnt="0"/>
      <dgm:spPr/>
    </dgm:pt>
    <dgm:pt modelId="{8A18426D-0F59-405A-989A-8950E52D9639}" type="pres">
      <dgm:prSet presAssocID="{7015CE60-2888-4D48-982C-A2D3AC143AA6}" presName="childText" presStyleLbl="conFgAcc1" presStyleIdx="1" presStyleCnt="3">
        <dgm:presLayoutVars>
          <dgm:bulletEnabled val="1"/>
        </dgm:presLayoutVars>
      </dgm:prSet>
      <dgm:spPr/>
    </dgm:pt>
    <dgm:pt modelId="{AC355A72-BF31-49E4-B769-A4940206FD82}" type="pres">
      <dgm:prSet presAssocID="{2668C04F-F86E-4DDF-B0AA-F39F38A45E45}" presName="spaceBetweenRectangles" presStyleCnt="0"/>
      <dgm:spPr/>
    </dgm:pt>
    <dgm:pt modelId="{C7E70FBD-8D94-4104-BC2F-C839E780DCAD}" type="pres">
      <dgm:prSet presAssocID="{CF8F6FFB-3A6A-4204-962A-0B19172BA443}" presName="parentLin" presStyleCnt="0"/>
      <dgm:spPr/>
    </dgm:pt>
    <dgm:pt modelId="{4A98F098-55CE-4C6C-8CA8-632B26BDDEBF}" type="pres">
      <dgm:prSet presAssocID="{CF8F6FFB-3A6A-4204-962A-0B19172BA443}" presName="parentLeftMargin" presStyleLbl="node1" presStyleIdx="1" presStyleCnt="3"/>
      <dgm:spPr/>
    </dgm:pt>
    <dgm:pt modelId="{0E2B15BC-54AC-47C6-8273-7EA5B781D4E7}" type="pres">
      <dgm:prSet presAssocID="{CF8F6FFB-3A6A-4204-962A-0B19172BA44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59A5099-86DC-48FE-8ED3-77A5E43AA7BE}" type="pres">
      <dgm:prSet presAssocID="{CF8F6FFB-3A6A-4204-962A-0B19172BA443}" presName="negativeSpace" presStyleCnt="0"/>
      <dgm:spPr/>
    </dgm:pt>
    <dgm:pt modelId="{2816FFD1-D972-4A7C-84B4-315E613A6039}" type="pres">
      <dgm:prSet presAssocID="{CF8F6FFB-3A6A-4204-962A-0B19172BA44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7EAEE22-8B5B-452D-A289-BA141ECD4149}" type="presOf" srcId="{7015CE60-2888-4D48-982C-A2D3AC143AA6}" destId="{8EEA4AC0-562E-411D-A6A3-BB0C24C30503}" srcOrd="1" destOrd="0" presId="urn:microsoft.com/office/officeart/2005/8/layout/list1"/>
    <dgm:cxn modelId="{0DB8C65B-FC12-4ACA-AF14-4046C0FBC4EE}" type="presOf" srcId="{CE093053-238F-4A35-BC20-5ECE5670585E}" destId="{E69A80D8-F7E5-4C40-9D9A-166A373E8FCD}" srcOrd="1" destOrd="0" presId="urn:microsoft.com/office/officeart/2005/8/layout/list1"/>
    <dgm:cxn modelId="{D80B6C4D-C099-4639-925D-8DC57DFF4B0A}" type="presOf" srcId="{CE093053-238F-4A35-BC20-5ECE5670585E}" destId="{8F6D8948-B6A5-4D6A-B378-518EDE85E4B2}" srcOrd="0" destOrd="0" presId="urn:microsoft.com/office/officeart/2005/8/layout/list1"/>
    <dgm:cxn modelId="{3C652174-1F32-46AF-9BE5-DF4F7B2C6971}" srcId="{F94D1D01-DFC0-4A58-B997-69861C31DB63}" destId="{7015CE60-2888-4D48-982C-A2D3AC143AA6}" srcOrd="1" destOrd="0" parTransId="{43F9806C-679F-4FDA-BC3E-8BC801377057}" sibTransId="{2668C04F-F86E-4DDF-B0AA-F39F38A45E45}"/>
    <dgm:cxn modelId="{EBF6BD55-6485-41B9-A0F5-FA5432D60FC5}" type="presOf" srcId="{7015CE60-2888-4D48-982C-A2D3AC143AA6}" destId="{BDC40B79-B280-4ACA-9C2B-72D029B3D174}" srcOrd="0" destOrd="0" presId="urn:microsoft.com/office/officeart/2005/8/layout/list1"/>
    <dgm:cxn modelId="{61BE517C-C6A9-4C38-A97B-218126B82DEC}" type="presOf" srcId="{F94D1D01-DFC0-4A58-B997-69861C31DB63}" destId="{FD3A71F1-B090-4DE2-A103-6AACF4CD3287}" srcOrd="0" destOrd="0" presId="urn:microsoft.com/office/officeart/2005/8/layout/list1"/>
    <dgm:cxn modelId="{B5DE6CB6-7E52-4B8A-9327-3CC10D37A349}" type="presOf" srcId="{CF8F6FFB-3A6A-4204-962A-0B19172BA443}" destId="{0E2B15BC-54AC-47C6-8273-7EA5B781D4E7}" srcOrd="1" destOrd="0" presId="urn:microsoft.com/office/officeart/2005/8/layout/list1"/>
    <dgm:cxn modelId="{3D46BAC6-5F57-470E-8D50-52D11584D510}" srcId="{F94D1D01-DFC0-4A58-B997-69861C31DB63}" destId="{CF8F6FFB-3A6A-4204-962A-0B19172BA443}" srcOrd="2" destOrd="0" parTransId="{08243667-5C3F-47E4-90F3-EF1B26220894}" sibTransId="{9CF13C31-AD16-4E35-9E57-F9AAE0E7CEC9}"/>
    <dgm:cxn modelId="{AC34F0C9-6421-41FA-AAF8-7D64E0F96E13}" srcId="{F94D1D01-DFC0-4A58-B997-69861C31DB63}" destId="{CE093053-238F-4A35-BC20-5ECE5670585E}" srcOrd="0" destOrd="0" parTransId="{2DC911C4-6D43-4E95-8521-2C4E83838C95}" sibTransId="{FB633E0D-3E00-4381-99A7-BC93002652C8}"/>
    <dgm:cxn modelId="{4573B5FB-C513-42A6-A7F0-C89EC1266407}" type="presOf" srcId="{CF8F6FFB-3A6A-4204-962A-0B19172BA443}" destId="{4A98F098-55CE-4C6C-8CA8-632B26BDDEBF}" srcOrd="0" destOrd="0" presId="urn:microsoft.com/office/officeart/2005/8/layout/list1"/>
    <dgm:cxn modelId="{FBB7819C-D10C-453B-BEBD-F8C51F204368}" type="presParOf" srcId="{FD3A71F1-B090-4DE2-A103-6AACF4CD3287}" destId="{16EA80DC-9030-4FD2-A587-9722AC952B59}" srcOrd="0" destOrd="0" presId="urn:microsoft.com/office/officeart/2005/8/layout/list1"/>
    <dgm:cxn modelId="{04C4CD8E-522E-48FB-AB29-BA0515674A9D}" type="presParOf" srcId="{16EA80DC-9030-4FD2-A587-9722AC952B59}" destId="{8F6D8948-B6A5-4D6A-B378-518EDE85E4B2}" srcOrd="0" destOrd="0" presId="urn:microsoft.com/office/officeart/2005/8/layout/list1"/>
    <dgm:cxn modelId="{F90885C2-55FB-49FE-BE73-928DB904D88B}" type="presParOf" srcId="{16EA80DC-9030-4FD2-A587-9722AC952B59}" destId="{E69A80D8-F7E5-4C40-9D9A-166A373E8FCD}" srcOrd="1" destOrd="0" presId="urn:microsoft.com/office/officeart/2005/8/layout/list1"/>
    <dgm:cxn modelId="{DB1E1048-B5CC-475C-99DC-DC0642A4F4A5}" type="presParOf" srcId="{FD3A71F1-B090-4DE2-A103-6AACF4CD3287}" destId="{A1DF8014-13DC-49D3-A903-BC63D465FCC0}" srcOrd="1" destOrd="0" presId="urn:microsoft.com/office/officeart/2005/8/layout/list1"/>
    <dgm:cxn modelId="{DE0992D5-B4A2-46C2-8869-83241EF6EC0A}" type="presParOf" srcId="{FD3A71F1-B090-4DE2-A103-6AACF4CD3287}" destId="{0A4EC63E-C663-4302-A8CF-CBA1C8FD7AC8}" srcOrd="2" destOrd="0" presId="urn:microsoft.com/office/officeart/2005/8/layout/list1"/>
    <dgm:cxn modelId="{C9B74D6E-9EF8-4755-9726-9721A32D22D1}" type="presParOf" srcId="{FD3A71F1-B090-4DE2-A103-6AACF4CD3287}" destId="{18F4FA76-6E73-4503-8868-771B1E5DC9BC}" srcOrd="3" destOrd="0" presId="urn:microsoft.com/office/officeart/2005/8/layout/list1"/>
    <dgm:cxn modelId="{63849E3C-024C-4ACB-ABFB-917EF3CE95B4}" type="presParOf" srcId="{FD3A71F1-B090-4DE2-A103-6AACF4CD3287}" destId="{332B02BB-1570-4ACF-B74E-C878FC40B71D}" srcOrd="4" destOrd="0" presId="urn:microsoft.com/office/officeart/2005/8/layout/list1"/>
    <dgm:cxn modelId="{E0706955-9425-4779-A59D-238BD371493F}" type="presParOf" srcId="{332B02BB-1570-4ACF-B74E-C878FC40B71D}" destId="{BDC40B79-B280-4ACA-9C2B-72D029B3D174}" srcOrd="0" destOrd="0" presId="urn:microsoft.com/office/officeart/2005/8/layout/list1"/>
    <dgm:cxn modelId="{DACC7C3F-B814-4155-A95F-9BC6971C985F}" type="presParOf" srcId="{332B02BB-1570-4ACF-B74E-C878FC40B71D}" destId="{8EEA4AC0-562E-411D-A6A3-BB0C24C30503}" srcOrd="1" destOrd="0" presId="urn:microsoft.com/office/officeart/2005/8/layout/list1"/>
    <dgm:cxn modelId="{70A2CB97-1DF0-47F7-9ED4-727A39C8DF5F}" type="presParOf" srcId="{FD3A71F1-B090-4DE2-A103-6AACF4CD3287}" destId="{D3E314E0-B91F-422B-BC68-B01B6682043E}" srcOrd="5" destOrd="0" presId="urn:microsoft.com/office/officeart/2005/8/layout/list1"/>
    <dgm:cxn modelId="{CA6294AE-4FAE-474F-98B8-8380CD74BBC4}" type="presParOf" srcId="{FD3A71F1-B090-4DE2-A103-6AACF4CD3287}" destId="{8A18426D-0F59-405A-989A-8950E52D9639}" srcOrd="6" destOrd="0" presId="urn:microsoft.com/office/officeart/2005/8/layout/list1"/>
    <dgm:cxn modelId="{1440C995-D6C8-4A09-980F-4729A9C43976}" type="presParOf" srcId="{FD3A71F1-B090-4DE2-A103-6AACF4CD3287}" destId="{AC355A72-BF31-49E4-B769-A4940206FD82}" srcOrd="7" destOrd="0" presId="urn:microsoft.com/office/officeart/2005/8/layout/list1"/>
    <dgm:cxn modelId="{FDF96D00-E9A6-4FA4-894F-F6DCEBF7E7AB}" type="presParOf" srcId="{FD3A71F1-B090-4DE2-A103-6AACF4CD3287}" destId="{C7E70FBD-8D94-4104-BC2F-C839E780DCAD}" srcOrd="8" destOrd="0" presId="urn:microsoft.com/office/officeart/2005/8/layout/list1"/>
    <dgm:cxn modelId="{BAA4F62E-B9E6-498D-837A-A0FF681B1CA5}" type="presParOf" srcId="{C7E70FBD-8D94-4104-BC2F-C839E780DCAD}" destId="{4A98F098-55CE-4C6C-8CA8-632B26BDDEBF}" srcOrd="0" destOrd="0" presId="urn:microsoft.com/office/officeart/2005/8/layout/list1"/>
    <dgm:cxn modelId="{C30F8AA4-7CD2-4C25-9FA7-04353DFDD0CF}" type="presParOf" srcId="{C7E70FBD-8D94-4104-BC2F-C839E780DCAD}" destId="{0E2B15BC-54AC-47C6-8273-7EA5B781D4E7}" srcOrd="1" destOrd="0" presId="urn:microsoft.com/office/officeart/2005/8/layout/list1"/>
    <dgm:cxn modelId="{73D7881A-F2FE-40C1-B156-35930158F614}" type="presParOf" srcId="{FD3A71F1-B090-4DE2-A103-6AACF4CD3287}" destId="{F59A5099-86DC-48FE-8ED3-77A5E43AA7BE}" srcOrd="9" destOrd="0" presId="urn:microsoft.com/office/officeart/2005/8/layout/list1"/>
    <dgm:cxn modelId="{2FB1110E-BC89-4404-8DD4-FDFAF1BE2E1C}" type="presParOf" srcId="{FD3A71F1-B090-4DE2-A103-6AACF4CD3287}" destId="{2816FFD1-D972-4A7C-84B4-315E613A603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965DC5-116A-4DC0-AE1C-CFD6E3BE4B0C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BDB4AA3-DC6E-4F52-AFB3-448DAAE5A377}">
      <dgm:prSet phldrT="[Text]" phldr="0"/>
      <dgm:spPr/>
      <dgm:t>
        <a:bodyPr/>
        <a:lstStyle/>
        <a:p>
          <a:r>
            <a:rPr lang="en-US"/>
            <a:t>One platform for all study needs</a:t>
          </a:r>
          <a:endParaRPr lang="en-US" dirty="0"/>
        </a:p>
      </dgm:t>
    </dgm:pt>
    <dgm:pt modelId="{8A312B4E-E317-41E1-A86F-79A6912D44D7}" type="parTrans" cxnId="{4E000C17-5934-439D-8C06-E71298FEC6D1}">
      <dgm:prSet/>
      <dgm:spPr/>
      <dgm:t>
        <a:bodyPr/>
        <a:lstStyle/>
        <a:p>
          <a:endParaRPr lang="en-US"/>
        </a:p>
      </dgm:t>
    </dgm:pt>
    <dgm:pt modelId="{1BC6F76F-DEA3-44BC-9542-4504FCC8D2C3}" type="sibTrans" cxnId="{4E000C17-5934-439D-8C06-E71298FEC6D1}">
      <dgm:prSet/>
      <dgm:spPr/>
      <dgm:t>
        <a:bodyPr/>
        <a:lstStyle/>
        <a:p>
          <a:endParaRPr lang="en-US"/>
        </a:p>
      </dgm:t>
    </dgm:pt>
    <dgm:pt modelId="{1D714988-5209-49EB-BEE0-D297D4F1897B}">
      <dgm:prSet phldrT="[Text]" phldr="0"/>
      <dgm:spPr/>
      <dgm:t>
        <a:bodyPr/>
        <a:lstStyle/>
        <a:p>
          <a:r>
            <a:rPr lang="en-US"/>
            <a:t>Upload, learn, and communicate</a:t>
          </a:r>
          <a:endParaRPr lang="en-US" dirty="0"/>
        </a:p>
      </dgm:t>
    </dgm:pt>
    <dgm:pt modelId="{AA9FEC17-A2B9-4192-B687-6BF97348C8C1}" type="parTrans" cxnId="{D6E957F7-3B2F-4437-BB48-81EE95DEF609}">
      <dgm:prSet/>
      <dgm:spPr/>
      <dgm:t>
        <a:bodyPr/>
        <a:lstStyle/>
        <a:p>
          <a:endParaRPr lang="en-US"/>
        </a:p>
      </dgm:t>
    </dgm:pt>
    <dgm:pt modelId="{E9223508-C353-4347-AA2B-135ABE5C9015}" type="sibTrans" cxnId="{D6E957F7-3B2F-4437-BB48-81EE95DEF609}">
      <dgm:prSet/>
      <dgm:spPr/>
      <dgm:t>
        <a:bodyPr/>
        <a:lstStyle/>
        <a:p>
          <a:endParaRPr lang="en-US"/>
        </a:p>
      </dgm:t>
    </dgm:pt>
    <dgm:pt modelId="{4932A323-C218-4F93-A86A-30A9F7BE32F4}">
      <dgm:prSet phldrT="[Text]" phldr="0"/>
      <dgm:spPr/>
      <dgm:t>
        <a:bodyPr/>
        <a:lstStyle/>
        <a:p>
          <a:r>
            <a:rPr lang="en-US"/>
            <a:t>Designed for modern education</a:t>
          </a:r>
          <a:endParaRPr lang="en-US" dirty="0"/>
        </a:p>
      </dgm:t>
    </dgm:pt>
    <dgm:pt modelId="{7235A42D-92A9-41DF-AFF3-636D8DD444C2}" type="parTrans" cxnId="{73E721D1-0C19-4A8F-86ED-8D848FB98420}">
      <dgm:prSet/>
      <dgm:spPr/>
      <dgm:t>
        <a:bodyPr/>
        <a:lstStyle/>
        <a:p>
          <a:endParaRPr lang="en-US"/>
        </a:p>
      </dgm:t>
    </dgm:pt>
    <dgm:pt modelId="{92D30B1B-90B6-46D1-B50D-48FBE34B49C3}" type="sibTrans" cxnId="{73E721D1-0C19-4A8F-86ED-8D848FB98420}">
      <dgm:prSet/>
      <dgm:spPr/>
      <dgm:t>
        <a:bodyPr/>
        <a:lstStyle/>
        <a:p>
          <a:endParaRPr lang="en-US"/>
        </a:p>
      </dgm:t>
    </dgm:pt>
    <dgm:pt modelId="{89CE727F-ED8A-4123-A3AC-01E8D0AD09D7}" type="pres">
      <dgm:prSet presAssocID="{EB965DC5-116A-4DC0-AE1C-CFD6E3BE4B0C}" presName="Name0" presStyleCnt="0">
        <dgm:presLayoutVars>
          <dgm:chMax val="7"/>
          <dgm:chPref val="7"/>
          <dgm:dir/>
        </dgm:presLayoutVars>
      </dgm:prSet>
      <dgm:spPr/>
    </dgm:pt>
    <dgm:pt modelId="{E0202160-A841-4B5C-B473-D5013C1B5314}" type="pres">
      <dgm:prSet presAssocID="{EB965DC5-116A-4DC0-AE1C-CFD6E3BE4B0C}" presName="Name1" presStyleCnt="0"/>
      <dgm:spPr/>
    </dgm:pt>
    <dgm:pt modelId="{05A59F10-4061-4C50-AE9C-262641748D69}" type="pres">
      <dgm:prSet presAssocID="{EB965DC5-116A-4DC0-AE1C-CFD6E3BE4B0C}" presName="cycle" presStyleCnt="0"/>
      <dgm:spPr/>
    </dgm:pt>
    <dgm:pt modelId="{D6049497-D3EE-4F92-894E-5D9DC5EDEDB6}" type="pres">
      <dgm:prSet presAssocID="{EB965DC5-116A-4DC0-AE1C-CFD6E3BE4B0C}" presName="srcNode" presStyleLbl="node1" presStyleIdx="0" presStyleCnt="3"/>
      <dgm:spPr/>
    </dgm:pt>
    <dgm:pt modelId="{2D514B15-F8C6-4AA4-970F-32F7E5D6385A}" type="pres">
      <dgm:prSet presAssocID="{EB965DC5-116A-4DC0-AE1C-CFD6E3BE4B0C}" presName="conn" presStyleLbl="parChTrans1D2" presStyleIdx="0" presStyleCnt="1"/>
      <dgm:spPr/>
    </dgm:pt>
    <dgm:pt modelId="{E2AA4AB6-A91A-4924-92E1-228F18C80D8D}" type="pres">
      <dgm:prSet presAssocID="{EB965DC5-116A-4DC0-AE1C-CFD6E3BE4B0C}" presName="extraNode" presStyleLbl="node1" presStyleIdx="0" presStyleCnt="3"/>
      <dgm:spPr/>
    </dgm:pt>
    <dgm:pt modelId="{3A60671F-FD01-46F1-93DE-EF9D768F56CE}" type="pres">
      <dgm:prSet presAssocID="{EB965DC5-116A-4DC0-AE1C-CFD6E3BE4B0C}" presName="dstNode" presStyleLbl="node1" presStyleIdx="0" presStyleCnt="3"/>
      <dgm:spPr/>
    </dgm:pt>
    <dgm:pt modelId="{63CFDE5C-0172-4D03-B53E-5676525ADA75}" type="pres">
      <dgm:prSet presAssocID="{CBDB4AA3-DC6E-4F52-AFB3-448DAAE5A377}" presName="text_1" presStyleLbl="node1" presStyleIdx="0" presStyleCnt="3">
        <dgm:presLayoutVars>
          <dgm:bulletEnabled val="1"/>
        </dgm:presLayoutVars>
      </dgm:prSet>
      <dgm:spPr/>
    </dgm:pt>
    <dgm:pt modelId="{32E7D8B4-0124-4EB1-BCEA-B7FA6FD7CBC7}" type="pres">
      <dgm:prSet presAssocID="{CBDB4AA3-DC6E-4F52-AFB3-448DAAE5A377}" presName="accent_1" presStyleCnt="0"/>
      <dgm:spPr/>
    </dgm:pt>
    <dgm:pt modelId="{5A4698CC-73A9-4937-B09E-ADD475606325}" type="pres">
      <dgm:prSet presAssocID="{CBDB4AA3-DC6E-4F52-AFB3-448DAAE5A377}" presName="accentRepeatNode" presStyleLbl="solidFgAcc1" presStyleIdx="0" presStyleCnt="3" custLinFactNeighborX="2553" custLinFactNeighborY="-85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</dgm:pt>
    <dgm:pt modelId="{03353D20-6A0A-4A30-878F-401627380099}" type="pres">
      <dgm:prSet presAssocID="{1D714988-5209-49EB-BEE0-D297D4F1897B}" presName="text_2" presStyleLbl="node1" presStyleIdx="1" presStyleCnt="3">
        <dgm:presLayoutVars>
          <dgm:bulletEnabled val="1"/>
        </dgm:presLayoutVars>
      </dgm:prSet>
      <dgm:spPr/>
    </dgm:pt>
    <dgm:pt modelId="{39002BAA-A637-4900-9E0E-B0D2DE0AB6BA}" type="pres">
      <dgm:prSet presAssocID="{1D714988-5209-49EB-BEE0-D297D4F1897B}" presName="accent_2" presStyleCnt="0"/>
      <dgm:spPr/>
    </dgm:pt>
    <dgm:pt modelId="{C4B37AB7-83A0-4AFC-A1FF-E7B4FE5673E1}" type="pres">
      <dgm:prSet presAssocID="{1D714988-5209-49EB-BEE0-D297D4F1897B}" presName="accentRepeatNode" presStyleLbl="solidFgAcc1" presStyleIdx="1" presStyleCnt="3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</dgm:pt>
    <dgm:pt modelId="{0F708C9C-336E-4869-9D17-7EBF84F89DDF}" type="pres">
      <dgm:prSet presAssocID="{4932A323-C218-4F93-A86A-30A9F7BE32F4}" presName="text_3" presStyleLbl="node1" presStyleIdx="2" presStyleCnt="3">
        <dgm:presLayoutVars>
          <dgm:bulletEnabled val="1"/>
        </dgm:presLayoutVars>
      </dgm:prSet>
      <dgm:spPr/>
    </dgm:pt>
    <dgm:pt modelId="{D91B1F3F-728A-4FD9-8A38-2B76E03A5B1F}" type="pres">
      <dgm:prSet presAssocID="{4932A323-C218-4F93-A86A-30A9F7BE32F4}" presName="accent_3" presStyleCnt="0"/>
      <dgm:spPr/>
    </dgm:pt>
    <dgm:pt modelId="{E9728436-D30A-463E-97A7-53EC3072E05F}" type="pres">
      <dgm:prSet presAssocID="{4932A323-C218-4F93-A86A-30A9F7BE32F4}" presName="accentRepeatNode" presStyleLbl="solidFgAcc1" presStyleIdx="2" presStyleCnt="3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</dgm:pt>
  </dgm:ptLst>
  <dgm:cxnLst>
    <dgm:cxn modelId="{AFB42816-EDF6-45F4-9B36-7078D9E0D3D6}" type="presOf" srcId="{1D714988-5209-49EB-BEE0-D297D4F1897B}" destId="{03353D20-6A0A-4A30-878F-401627380099}" srcOrd="0" destOrd="0" presId="urn:microsoft.com/office/officeart/2008/layout/VerticalCurvedList"/>
    <dgm:cxn modelId="{4E000C17-5934-439D-8C06-E71298FEC6D1}" srcId="{EB965DC5-116A-4DC0-AE1C-CFD6E3BE4B0C}" destId="{CBDB4AA3-DC6E-4F52-AFB3-448DAAE5A377}" srcOrd="0" destOrd="0" parTransId="{8A312B4E-E317-41E1-A86F-79A6912D44D7}" sibTransId="{1BC6F76F-DEA3-44BC-9542-4504FCC8D2C3}"/>
    <dgm:cxn modelId="{5C78E191-1067-425C-91C4-917FF53FD4FE}" type="presOf" srcId="{4932A323-C218-4F93-A86A-30A9F7BE32F4}" destId="{0F708C9C-336E-4869-9D17-7EBF84F89DDF}" srcOrd="0" destOrd="0" presId="urn:microsoft.com/office/officeart/2008/layout/VerticalCurvedList"/>
    <dgm:cxn modelId="{1398C7AD-2088-4314-90A1-DA72E4CEDD8D}" type="presOf" srcId="{CBDB4AA3-DC6E-4F52-AFB3-448DAAE5A377}" destId="{63CFDE5C-0172-4D03-B53E-5676525ADA75}" srcOrd="0" destOrd="0" presId="urn:microsoft.com/office/officeart/2008/layout/VerticalCurvedList"/>
    <dgm:cxn modelId="{73E721D1-0C19-4A8F-86ED-8D848FB98420}" srcId="{EB965DC5-116A-4DC0-AE1C-CFD6E3BE4B0C}" destId="{4932A323-C218-4F93-A86A-30A9F7BE32F4}" srcOrd="2" destOrd="0" parTransId="{7235A42D-92A9-41DF-AFF3-636D8DD444C2}" sibTransId="{92D30B1B-90B6-46D1-B50D-48FBE34B49C3}"/>
    <dgm:cxn modelId="{2B1364ED-05A8-4DB8-B1A0-B2B67E28DA4E}" type="presOf" srcId="{1BC6F76F-DEA3-44BC-9542-4504FCC8D2C3}" destId="{2D514B15-F8C6-4AA4-970F-32F7E5D6385A}" srcOrd="0" destOrd="0" presId="urn:microsoft.com/office/officeart/2008/layout/VerticalCurvedList"/>
    <dgm:cxn modelId="{BBB6EBED-3226-4504-B86A-568641042186}" type="presOf" srcId="{EB965DC5-116A-4DC0-AE1C-CFD6E3BE4B0C}" destId="{89CE727F-ED8A-4123-A3AC-01E8D0AD09D7}" srcOrd="0" destOrd="0" presId="urn:microsoft.com/office/officeart/2008/layout/VerticalCurvedList"/>
    <dgm:cxn modelId="{D6E957F7-3B2F-4437-BB48-81EE95DEF609}" srcId="{EB965DC5-116A-4DC0-AE1C-CFD6E3BE4B0C}" destId="{1D714988-5209-49EB-BEE0-D297D4F1897B}" srcOrd="1" destOrd="0" parTransId="{AA9FEC17-A2B9-4192-B687-6BF97348C8C1}" sibTransId="{E9223508-C353-4347-AA2B-135ABE5C9015}"/>
    <dgm:cxn modelId="{8EBAB4F4-F6B8-47EC-934D-95DF7BAE7D16}" type="presParOf" srcId="{89CE727F-ED8A-4123-A3AC-01E8D0AD09D7}" destId="{E0202160-A841-4B5C-B473-D5013C1B5314}" srcOrd="0" destOrd="0" presId="urn:microsoft.com/office/officeart/2008/layout/VerticalCurvedList"/>
    <dgm:cxn modelId="{C127701A-F3F0-438B-A02E-79744FC41F58}" type="presParOf" srcId="{E0202160-A841-4B5C-B473-D5013C1B5314}" destId="{05A59F10-4061-4C50-AE9C-262641748D69}" srcOrd="0" destOrd="0" presId="urn:microsoft.com/office/officeart/2008/layout/VerticalCurvedList"/>
    <dgm:cxn modelId="{48E42E13-8B8D-43B3-841E-B11E0085DD61}" type="presParOf" srcId="{05A59F10-4061-4C50-AE9C-262641748D69}" destId="{D6049497-D3EE-4F92-894E-5D9DC5EDEDB6}" srcOrd="0" destOrd="0" presId="urn:microsoft.com/office/officeart/2008/layout/VerticalCurvedList"/>
    <dgm:cxn modelId="{0C22ACC3-8CEA-46D8-9A88-52C05941E325}" type="presParOf" srcId="{05A59F10-4061-4C50-AE9C-262641748D69}" destId="{2D514B15-F8C6-4AA4-970F-32F7E5D6385A}" srcOrd="1" destOrd="0" presId="urn:microsoft.com/office/officeart/2008/layout/VerticalCurvedList"/>
    <dgm:cxn modelId="{E001A5FE-9B41-45C9-B7B0-E61716EAE6C2}" type="presParOf" srcId="{05A59F10-4061-4C50-AE9C-262641748D69}" destId="{E2AA4AB6-A91A-4924-92E1-228F18C80D8D}" srcOrd="2" destOrd="0" presId="urn:microsoft.com/office/officeart/2008/layout/VerticalCurvedList"/>
    <dgm:cxn modelId="{2950C011-D37A-4945-A080-D3C1C46D1CE6}" type="presParOf" srcId="{05A59F10-4061-4C50-AE9C-262641748D69}" destId="{3A60671F-FD01-46F1-93DE-EF9D768F56CE}" srcOrd="3" destOrd="0" presId="urn:microsoft.com/office/officeart/2008/layout/VerticalCurvedList"/>
    <dgm:cxn modelId="{062A3722-FC78-4F75-A8D9-C7F72305BF30}" type="presParOf" srcId="{E0202160-A841-4B5C-B473-D5013C1B5314}" destId="{63CFDE5C-0172-4D03-B53E-5676525ADA75}" srcOrd="1" destOrd="0" presId="urn:microsoft.com/office/officeart/2008/layout/VerticalCurvedList"/>
    <dgm:cxn modelId="{2D764FCE-E386-40E4-B656-E60630533115}" type="presParOf" srcId="{E0202160-A841-4B5C-B473-D5013C1B5314}" destId="{32E7D8B4-0124-4EB1-BCEA-B7FA6FD7CBC7}" srcOrd="2" destOrd="0" presId="urn:microsoft.com/office/officeart/2008/layout/VerticalCurvedList"/>
    <dgm:cxn modelId="{10DFD078-3A65-4437-8E55-80BA5C470F47}" type="presParOf" srcId="{32E7D8B4-0124-4EB1-BCEA-B7FA6FD7CBC7}" destId="{5A4698CC-73A9-4937-B09E-ADD475606325}" srcOrd="0" destOrd="0" presId="urn:microsoft.com/office/officeart/2008/layout/VerticalCurvedList"/>
    <dgm:cxn modelId="{59C8590D-AE13-413B-A751-0EB8E4540F76}" type="presParOf" srcId="{E0202160-A841-4B5C-B473-D5013C1B5314}" destId="{03353D20-6A0A-4A30-878F-401627380099}" srcOrd="3" destOrd="0" presId="urn:microsoft.com/office/officeart/2008/layout/VerticalCurvedList"/>
    <dgm:cxn modelId="{B5EC1032-05AA-47A6-9B45-B10C97EAEC19}" type="presParOf" srcId="{E0202160-A841-4B5C-B473-D5013C1B5314}" destId="{39002BAA-A637-4900-9E0E-B0D2DE0AB6BA}" srcOrd="4" destOrd="0" presId="urn:microsoft.com/office/officeart/2008/layout/VerticalCurvedList"/>
    <dgm:cxn modelId="{8873582D-90AA-476A-9C6C-1DB7A64F1E40}" type="presParOf" srcId="{39002BAA-A637-4900-9E0E-B0D2DE0AB6BA}" destId="{C4B37AB7-83A0-4AFC-A1FF-E7B4FE5673E1}" srcOrd="0" destOrd="0" presId="urn:microsoft.com/office/officeart/2008/layout/VerticalCurvedList"/>
    <dgm:cxn modelId="{6E87B19A-FC79-4083-9E0C-0DC7A2296173}" type="presParOf" srcId="{E0202160-A841-4B5C-B473-D5013C1B5314}" destId="{0F708C9C-336E-4869-9D17-7EBF84F89DDF}" srcOrd="5" destOrd="0" presId="urn:microsoft.com/office/officeart/2008/layout/VerticalCurvedList"/>
    <dgm:cxn modelId="{7EA08CE7-A75C-47D8-B4D3-2DBC3455EF53}" type="presParOf" srcId="{E0202160-A841-4B5C-B473-D5013C1B5314}" destId="{D91B1F3F-728A-4FD9-8A38-2B76E03A5B1F}" srcOrd="6" destOrd="0" presId="urn:microsoft.com/office/officeart/2008/layout/VerticalCurvedList"/>
    <dgm:cxn modelId="{439CC292-9936-4D8C-9ECC-43E81D651B73}" type="presParOf" srcId="{D91B1F3F-728A-4FD9-8A38-2B76E03A5B1F}" destId="{E9728436-D30A-463E-97A7-53EC3072E05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4E11D9-A2F4-4C97-8A08-41B9360751D2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1B7E95-BAB4-4EE2-B688-3BBAD7616C08}">
      <dgm:prSet phldrT="[Text]" phldr="0"/>
      <dgm:spPr/>
      <dgm:t>
        <a:bodyPr/>
        <a:lstStyle/>
        <a:p>
          <a:r>
            <a:rPr lang="en-US" dirty="0"/>
            <a:t>Login for student, teacher and admin roles</a:t>
          </a:r>
        </a:p>
      </dgm:t>
    </dgm:pt>
    <dgm:pt modelId="{98F9B79A-F6FA-4FA9-ACF1-E8B5DD264457}" type="parTrans" cxnId="{4E5D34F0-1E49-4069-9036-AB1A06E428E7}">
      <dgm:prSet/>
      <dgm:spPr/>
      <dgm:t>
        <a:bodyPr/>
        <a:lstStyle/>
        <a:p>
          <a:endParaRPr lang="en-US"/>
        </a:p>
      </dgm:t>
    </dgm:pt>
    <dgm:pt modelId="{4C4C765E-7005-4B7C-96B1-5C07DAB4553C}" type="sibTrans" cxnId="{4E5D34F0-1E49-4069-9036-AB1A06E428E7}">
      <dgm:prSet/>
      <dgm:spPr/>
      <dgm:t>
        <a:bodyPr/>
        <a:lstStyle/>
        <a:p>
          <a:endParaRPr lang="en-US"/>
        </a:p>
      </dgm:t>
    </dgm:pt>
    <dgm:pt modelId="{DDF02146-16C4-455F-9F32-97A364FB4455}">
      <dgm:prSet phldrT="[Text]" phldr="0"/>
      <dgm:spPr/>
      <dgm:t>
        <a:bodyPr/>
        <a:lstStyle/>
        <a:p>
          <a:r>
            <a:rPr lang="en-US" dirty="0"/>
            <a:t>Courses, quizzes, exams and materials</a:t>
          </a:r>
        </a:p>
      </dgm:t>
    </dgm:pt>
    <dgm:pt modelId="{FE11D164-A8C0-46B9-A4D8-EAD739FE31BF}" type="parTrans" cxnId="{1CF0088C-8CFD-4DE1-862F-4A056665C239}">
      <dgm:prSet/>
      <dgm:spPr/>
      <dgm:t>
        <a:bodyPr/>
        <a:lstStyle/>
        <a:p>
          <a:endParaRPr lang="en-US"/>
        </a:p>
      </dgm:t>
    </dgm:pt>
    <dgm:pt modelId="{87AB9211-3B58-4900-A1A7-FB1C211AF615}" type="sibTrans" cxnId="{1CF0088C-8CFD-4DE1-862F-4A056665C239}">
      <dgm:prSet/>
      <dgm:spPr/>
      <dgm:t>
        <a:bodyPr/>
        <a:lstStyle/>
        <a:p>
          <a:endParaRPr lang="en-US"/>
        </a:p>
      </dgm:t>
    </dgm:pt>
    <dgm:pt modelId="{F71FA67A-1D2B-4B3F-9E30-27473A9C78F0}">
      <dgm:prSet phldrT="[Text]" phldr="0"/>
      <dgm:spPr/>
      <dgm:t>
        <a:bodyPr/>
        <a:lstStyle/>
        <a:p>
          <a:r>
            <a:rPr lang="en-US" dirty="0"/>
            <a:t>Secure data and progress tracking</a:t>
          </a:r>
        </a:p>
      </dgm:t>
    </dgm:pt>
    <dgm:pt modelId="{367DC0EB-A20A-4FE2-8CC4-10D22EDC99DC}" type="parTrans" cxnId="{5A888CE2-1151-4C1A-9F7A-05FE304BBA6E}">
      <dgm:prSet/>
      <dgm:spPr/>
      <dgm:t>
        <a:bodyPr/>
        <a:lstStyle/>
        <a:p>
          <a:endParaRPr lang="en-US"/>
        </a:p>
      </dgm:t>
    </dgm:pt>
    <dgm:pt modelId="{715BFED6-6E10-42F3-8D4A-E9DDF20E5E1F}" type="sibTrans" cxnId="{5A888CE2-1151-4C1A-9F7A-05FE304BBA6E}">
      <dgm:prSet/>
      <dgm:spPr/>
      <dgm:t>
        <a:bodyPr/>
        <a:lstStyle/>
        <a:p>
          <a:endParaRPr lang="en-US"/>
        </a:p>
      </dgm:t>
    </dgm:pt>
    <dgm:pt modelId="{A31060EC-EAF2-45DD-8DB0-F3A236DEF61E}">
      <dgm:prSet phldrT="[Text]" phldr="0"/>
      <dgm:spPr/>
      <dgm:t>
        <a:bodyPr/>
        <a:lstStyle/>
        <a:p>
          <a:r>
            <a:rPr lang="en-US" dirty="0"/>
            <a:t>Notifications and communication</a:t>
          </a:r>
        </a:p>
      </dgm:t>
    </dgm:pt>
    <dgm:pt modelId="{F0235E9D-1B1A-4023-A13E-00DA8C625E3B}" type="parTrans" cxnId="{E4C4F9F0-AC25-4CE6-8625-4B6260E55702}">
      <dgm:prSet/>
      <dgm:spPr/>
      <dgm:t>
        <a:bodyPr/>
        <a:lstStyle/>
        <a:p>
          <a:endParaRPr lang="en-US"/>
        </a:p>
      </dgm:t>
    </dgm:pt>
    <dgm:pt modelId="{A60DA10D-E388-491D-88E7-2FB60ED66E7F}" type="sibTrans" cxnId="{E4C4F9F0-AC25-4CE6-8625-4B6260E55702}">
      <dgm:prSet/>
      <dgm:spPr/>
      <dgm:t>
        <a:bodyPr/>
        <a:lstStyle/>
        <a:p>
          <a:endParaRPr lang="en-US"/>
        </a:p>
      </dgm:t>
    </dgm:pt>
    <dgm:pt modelId="{98126E3F-C6DE-4252-9659-29EF68D43764}" type="pres">
      <dgm:prSet presAssocID="{EF4E11D9-A2F4-4C97-8A08-41B9360751D2}" presName="matrix" presStyleCnt="0">
        <dgm:presLayoutVars>
          <dgm:chMax val="1"/>
          <dgm:dir/>
          <dgm:resizeHandles val="exact"/>
        </dgm:presLayoutVars>
      </dgm:prSet>
      <dgm:spPr/>
    </dgm:pt>
    <dgm:pt modelId="{71715FA8-1708-41C7-8377-427EF7C66644}" type="pres">
      <dgm:prSet presAssocID="{EF4E11D9-A2F4-4C97-8A08-41B9360751D2}" presName="axisShape" presStyleLbl="bgShp" presStyleIdx="0" presStyleCnt="1"/>
      <dgm:spPr/>
    </dgm:pt>
    <dgm:pt modelId="{4494BE90-2883-4C5F-A4FF-806965EF2D0E}" type="pres">
      <dgm:prSet presAssocID="{EF4E11D9-A2F4-4C97-8A08-41B9360751D2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594BAF8-1F20-4497-A40D-9B743CF42FFB}" type="pres">
      <dgm:prSet presAssocID="{EF4E11D9-A2F4-4C97-8A08-41B9360751D2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5DBCBBC-2246-4001-A64E-C6BA14FB32A3}" type="pres">
      <dgm:prSet presAssocID="{EF4E11D9-A2F4-4C97-8A08-41B9360751D2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4F8AA7-C322-4243-A42A-7A0BF2122E72}" type="pres">
      <dgm:prSet presAssocID="{EF4E11D9-A2F4-4C97-8A08-41B9360751D2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1F74213-AF1B-4B78-8CFB-534B860ECCA2}" type="presOf" srcId="{A31060EC-EAF2-45DD-8DB0-F3A236DEF61E}" destId="{CA4F8AA7-C322-4243-A42A-7A0BF2122E72}" srcOrd="0" destOrd="0" presId="urn:microsoft.com/office/officeart/2005/8/layout/matrix2"/>
    <dgm:cxn modelId="{C909D34E-66CF-48EC-9B2C-E2B866F1A1BB}" type="presOf" srcId="{DDF02146-16C4-455F-9F32-97A364FB4455}" destId="{6594BAF8-1F20-4497-A40D-9B743CF42FFB}" srcOrd="0" destOrd="0" presId="urn:microsoft.com/office/officeart/2005/8/layout/matrix2"/>
    <dgm:cxn modelId="{DB734252-A7D3-4A9A-8699-6F4B3B67E9F7}" type="presOf" srcId="{141B7E95-BAB4-4EE2-B688-3BBAD7616C08}" destId="{4494BE90-2883-4C5F-A4FF-806965EF2D0E}" srcOrd="0" destOrd="0" presId="urn:microsoft.com/office/officeart/2005/8/layout/matrix2"/>
    <dgm:cxn modelId="{16854774-9769-4716-A551-F7120A9391BB}" type="presOf" srcId="{F71FA67A-1D2B-4B3F-9E30-27473A9C78F0}" destId="{15DBCBBC-2246-4001-A64E-C6BA14FB32A3}" srcOrd="0" destOrd="0" presId="urn:microsoft.com/office/officeart/2005/8/layout/matrix2"/>
    <dgm:cxn modelId="{1CF0088C-8CFD-4DE1-862F-4A056665C239}" srcId="{EF4E11D9-A2F4-4C97-8A08-41B9360751D2}" destId="{DDF02146-16C4-455F-9F32-97A364FB4455}" srcOrd="1" destOrd="0" parTransId="{FE11D164-A8C0-46B9-A4D8-EAD739FE31BF}" sibTransId="{87AB9211-3B58-4900-A1A7-FB1C211AF615}"/>
    <dgm:cxn modelId="{85F7E7CD-8EBC-4B0C-920D-90B949E9D974}" type="presOf" srcId="{EF4E11D9-A2F4-4C97-8A08-41B9360751D2}" destId="{98126E3F-C6DE-4252-9659-29EF68D43764}" srcOrd="0" destOrd="0" presId="urn:microsoft.com/office/officeart/2005/8/layout/matrix2"/>
    <dgm:cxn modelId="{5A888CE2-1151-4C1A-9F7A-05FE304BBA6E}" srcId="{EF4E11D9-A2F4-4C97-8A08-41B9360751D2}" destId="{F71FA67A-1D2B-4B3F-9E30-27473A9C78F0}" srcOrd="2" destOrd="0" parTransId="{367DC0EB-A20A-4FE2-8CC4-10D22EDC99DC}" sibTransId="{715BFED6-6E10-42F3-8D4A-E9DDF20E5E1F}"/>
    <dgm:cxn modelId="{4E5D34F0-1E49-4069-9036-AB1A06E428E7}" srcId="{EF4E11D9-A2F4-4C97-8A08-41B9360751D2}" destId="{141B7E95-BAB4-4EE2-B688-3BBAD7616C08}" srcOrd="0" destOrd="0" parTransId="{98F9B79A-F6FA-4FA9-ACF1-E8B5DD264457}" sibTransId="{4C4C765E-7005-4B7C-96B1-5C07DAB4553C}"/>
    <dgm:cxn modelId="{E4C4F9F0-AC25-4CE6-8625-4B6260E55702}" srcId="{EF4E11D9-A2F4-4C97-8A08-41B9360751D2}" destId="{A31060EC-EAF2-45DD-8DB0-F3A236DEF61E}" srcOrd="3" destOrd="0" parTransId="{F0235E9D-1B1A-4023-A13E-00DA8C625E3B}" sibTransId="{A60DA10D-E388-491D-88E7-2FB60ED66E7F}"/>
    <dgm:cxn modelId="{3A403C76-FFD0-4BA3-B273-A5C032875217}" type="presParOf" srcId="{98126E3F-C6DE-4252-9659-29EF68D43764}" destId="{71715FA8-1708-41C7-8377-427EF7C66644}" srcOrd="0" destOrd="0" presId="urn:microsoft.com/office/officeart/2005/8/layout/matrix2"/>
    <dgm:cxn modelId="{42659F0E-5492-4803-A403-C01214F8FDDA}" type="presParOf" srcId="{98126E3F-C6DE-4252-9659-29EF68D43764}" destId="{4494BE90-2883-4C5F-A4FF-806965EF2D0E}" srcOrd="1" destOrd="0" presId="urn:microsoft.com/office/officeart/2005/8/layout/matrix2"/>
    <dgm:cxn modelId="{2F304359-33CE-403B-BE7E-0CD221EFECDC}" type="presParOf" srcId="{98126E3F-C6DE-4252-9659-29EF68D43764}" destId="{6594BAF8-1F20-4497-A40D-9B743CF42FFB}" srcOrd="2" destOrd="0" presId="urn:microsoft.com/office/officeart/2005/8/layout/matrix2"/>
    <dgm:cxn modelId="{0742093D-9963-4E43-9CD1-8839092C307B}" type="presParOf" srcId="{98126E3F-C6DE-4252-9659-29EF68D43764}" destId="{15DBCBBC-2246-4001-A64E-C6BA14FB32A3}" srcOrd="3" destOrd="0" presId="urn:microsoft.com/office/officeart/2005/8/layout/matrix2"/>
    <dgm:cxn modelId="{79E9DB67-84FA-4155-B5BE-2B6AFEF19FEB}" type="presParOf" srcId="{98126E3F-C6DE-4252-9659-29EF68D43764}" destId="{CA4F8AA7-C322-4243-A42A-7A0BF2122E72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35FC23-AF9D-4730-8C37-03634044C91F}" type="doc">
      <dgm:prSet loTypeId="urn:microsoft.com/office/officeart/2005/8/layout/pyramid2" loCatId="pyramid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BC7CAD1-189F-48E6-8733-CE2E83CF382A}">
      <dgm:prSet phldrT="[Text]" phldr="0"/>
      <dgm:spPr/>
      <dgm:t>
        <a:bodyPr/>
        <a:lstStyle/>
        <a:p>
          <a:r>
            <a:rPr lang="en-US" dirty="0"/>
            <a:t>Improve learning accessibility</a:t>
          </a:r>
        </a:p>
      </dgm:t>
    </dgm:pt>
    <dgm:pt modelId="{46A5436E-82AA-440C-9CF0-B5A2E97546B1}" type="parTrans" cxnId="{939B0389-7615-49C0-B406-29D42B3ED01B}">
      <dgm:prSet/>
      <dgm:spPr/>
      <dgm:t>
        <a:bodyPr/>
        <a:lstStyle/>
        <a:p>
          <a:endParaRPr lang="en-US"/>
        </a:p>
      </dgm:t>
    </dgm:pt>
    <dgm:pt modelId="{65ECFD7A-D7AA-4F2F-9CF8-D84B996E8448}" type="sibTrans" cxnId="{939B0389-7615-49C0-B406-29D42B3ED01B}">
      <dgm:prSet/>
      <dgm:spPr/>
      <dgm:t>
        <a:bodyPr/>
        <a:lstStyle/>
        <a:p>
          <a:endParaRPr lang="en-US"/>
        </a:p>
      </dgm:t>
    </dgm:pt>
    <dgm:pt modelId="{FE5BB4AC-C6B6-40E5-87EE-2EC9892AB777}">
      <dgm:prSet phldrT="[Text]" phldr="0"/>
      <dgm:spPr/>
      <dgm:t>
        <a:bodyPr/>
        <a:lstStyle/>
        <a:p>
          <a:r>
            <a:rPr lang="en-US" dirty="0"/>
            <a:t>Enhance student-teacher interaction</a:t>
          </a:r>
        </a:p>
      </dgm:t>
    </dgm:pt>
    <dgm:pt modelId="{AF575353-2432-45F7-993D-67B256B3218B}" type="parTrans" cxnId="{AB1F880A-BFF1-4F8A-A3F8-7EC7A062FC37}">
      <dgm:prSet/>
      <dgm:spPr/>
      <dgm:t>
        <a:bodyPr/>
        <a:lstStyle/>
        <a:p>
          <a:endParaRPr lang="en-US"/>
        </a:p>
      </dgm:t>
    </dgm:pt>
    <dgm:pt modelId="{89330201-89AA-496B-B224-6B2D01A40DED}" type="sibTrans" cxnId="{AB1F880A-BFF1-4F8A-A3F8-7EC7A062FC37}">
      <dgm:prSet/>
      <dgm:spPr/>
      <dgm:t>
        <a:bodyPr/>
        <a:lstStyle/>
        <a:p>
          <a:endParaRPr lang="en-US"/>
        </a:p>
      </dgm:t>
    </dgm:pt>
    <dgm:pt modelId="{EFDECD1B-FAF8-474D-A856-908DCC5C5143}">
      <dgm:prSet phldrT="[Text]" phldr="0"/>
      <dgm:spPr/>
      <dgm:t>
        <a:bodyPr/>
        <a:lstStyle/>
        <a:p>
          <a:r>
            <a:rPr lang="en-US" dirty="0"/>
            <a:t>Efficient course and result management</a:t>
          </a:r>
        </a:p>
      </dgm:t>
    </dgm:pt>
    <dgm:pt modelId="{5CA805F0-F4C7-41A1-961A-1BB774F4D9E6}" type="parTrans" cxnId="{68F72E12-7236-43B6-BDAF-C1E8977C5871}">
      <dgm:prSet/>
      <dgm:spPr/>
      <dgm:t>
        <a:bodyPr/>
        <a:lstStyle/>
        <a:p>
          <a:endParaRPr lang="en-US"/>
        </a:p>
      </dgm:t>
    </dgm:pt>
    <dgm:pt modelId="{4B6C7792-C788-4108-B39D-4CEC3D636378}" type="sibTrans" cxnId="{68F72E12-7236-43B6-BDAF-C1E8977C5871}">
      <dgm:prSet/>
      <dgm:spPr/>
      <dgm:t>
        <a:bodyPr/>
        <a:lstStyle/>
        <a:p>
          <a:endParaRPr lang="en-US"/>
        </a:p>
      </dgm:t>
    </dgm:pt>
    <dgm:pt modelId="{210A0686-35A2-4919-98B7-37741C63FF68}" type="pres">
      <dgm:prSet presAssocID="{3B35FC23-AF9D-4730-8C37-03634044C91F}" presName="compositeShape" presStyleCnt="0">
        <dgm:presLayoutVars>
          <dgm:dir/>
          <dgm:resizeHandles/>
        </dgm:presLayoutVars>
      </dgm:prSet>
      <dgm:spPr/>
    </dgm:pt>
    <dgm:pt modelId="{C870655A-4DF4-408F-8DF9-4486D891B9ED}" type="pres">
      <dgm:prSet presAssocID="{3B35FC23-AF9D-4730-8C37-03634044C91F}" presName="pyramid" presStyleLbl="node1" presStyleIdx="0" presStyleCnt="1"/>
      <dgm:spPr/>
    </dgm:pt>
    <dgm:pt modelId="{D0926E32-034A-4441-AEEF-413D5909A4C2}" type="pres">
      <dgm:prSet presAssocID="{3B35FC23-AF9D-4730-8C37-03634044C91F}" presName="theList" presStyleCnt="0"/>
      <dgm:spPr/>
    </dgm:pt>
    <dgm:pt modelId="{CFD65467-EF12-4CA7-A443-E7768A3A9D80}" type="pres">
      <dgm:prSet presAssocID="{5BC7CAD1-189F-48E6-8733-CE2E83CF382A}" presName="aNode" presStyleLbl="fgAcc1" presStyleIdx="0" presStyleCnt="3">
        <dgm:presLayoutVars>
          <dgm:bulletEnabled val="1"/>
        </dgm:presLayoutVars>
      </dgm:prSet>
      <dgm:spPr/>
    </dgm:pt>
    <dgm:pt modelId="{F2E7F74C-2C24-4183-9263-3EB33557470A}" type="pres">
      <dgm:prSet presAssocID="{5BC7CAD1-189F-48E6-8733-CE2E83CF382A}" presName="aSpace" presStyleCnt="0"/>
      <dgm:spPr/>
    </dgm:pt>
    <dgm:pt modelId="{CC3818BD-78E9-4D76-8FAC-CE8450AEF80A}" type="pres">
      <dgm:prSet presAssocID="{FE5BB4AC-C6B6-40E5-87EE-2EC9892AB777}" presName="aNode" presStyleLbl="fgAcc1" presStyleIdx="1" presStyleCnt="3">
        <dgm:presLayoutVars>
          <dgm:bulletEnabled val="1"/>
        </dgm:presLayoutVars>
      </dgm:prSet>
      <dgm:spPr/>
    </dgm:pt>
    <dgm:pt modelId="{12BAC283-F64C-41B2-8F7C-6FE3A326D8CC}" type="pres">
      <dgm:prSet presAssocID="{FE5BB4AC-C6B6-40E5-87EE-2EC9892AB777}" presName="aSpace" presStyleCnt="0"/>
      <dgm:spPr/>
    </dgm:pt>
    <dgm:pt modelId="{DAA5F4C3-0E3B-490D-9CB0-423062BDB6C3}" type="pres">
      <dgm:prSet presAssocID="{EFDECD1B-FAF8-474D-A856-908DCC5C5143}" presName="aNode" presStyleLbl="fgAcc1" presStyleIdx="2" presStyleCnt="3">
        <dgm:presLayoutVars>
          <dgm:bulletEnabled val="1"/>
        </dgm:presLayoutVars>
      </dgm:prSet>
      <dgm:spPr/>
    </dgm:pt>
    <dgm:pt modelId="{0504A7A3-C22C-43D3-9578-31CB0C6CFD7C}" type="pres">
      <dgm:prSet presAssocID="{EFDECD1B-FAF8-474D-A856-908DCC5C5143}" presName="aSpace" presStyleCnt="0"/>
      <dgm:spPr/>
    </dgm:pt>
  </dgm:ptLst>
  <dgm:cxnLst>
    <dgm:cxn modelId="{AB1F880A-BFF1-4F8A-A3F8-7EC7A062FC37}" srcId="{3B35FC23-AF9D-4730-8C37-03634044C91F}" destId="{FE5BB4AC-C6B6-40E5-87EE-2EC9892AB777}" srcOrd="1" destOrd="0" parTransId="{AF575353-2432-45F7-993D-67B256B3218B}" sibTransId="{89330201-89AA-496B-B224-6B2D01A40DED}"/>
    <dgm:cxn modelId="{68F72E12-7236-43B6-BDAF-C1E8977C5871}" srcId="{3B35FC23-AF9D-4730-8C37-03634044C91F}" destId="{EFDECD1B-FAF8-474D-A856-908DCC5C5143}" srcOrd="2" destOrd="0" parTransId="{5CA805F0-F4C7-41A1-961A-1BB774F4D9E6}" sibTransId="{4B6C7792-C788-4108-B39D-4CEC3D636378}"/>
    <dgm:cxn modelId="{2E862961-9FA6-4E00-B7FB-6A4226030131}" type="presOf" srcId="{3B35FC23-AF9D-4730-8C37-03634044C91F}" destId="{210A0686-35A2-4919-98B7-37741C63FF68}" srcOrd="0" destOrd="0" presId="urn:microsoft.com/office/officeart/2005/8/layout/pyramid2"/>
    <dgm:cxn modelId="{E314404C-702C-4BD6-BE4D-19EBC96FC359}" type="presOf" srcId="{FE5BB4AC-C6B6-40E5-87EE-2EC9892AB777}" destId="{CC3818BD-78E9-4D76-8FAC-CE8450AEF80A}" srcOrd="0" destOrd="0" presId="urn:microsoft.com/office/officeart/2005/8/layout/pyramid2"/>
    <dgm:cxn modelId="{C312C84D-CE0F-4329-BEF0-669F4527B556}" type="presOf" srcId="{EFDECD1B-FAF8-474D-A856-908DCC5C5143}" destId="{DAA5F4C3-0E3B-490D-9CB0-423062BDB6C3}" srcOrd="0" destOrd="0" presId="urn:microsoft.com/office/officeart/2005/8/layout/pyramid2"/>
    <dgm:cxn modelId="{939B0389-7615-49C0-B406-29D42B3ED01B}" srcId="{3B35FC23-AF9D-4730-8C37-03634044C91F}" destId="{5BC7CAD1-189F-48E6-8733-CE2E83CF382A}" srcOrd="0" destOrd="0" parTransId="{46A5436E-82AA-440C-9CF0-B5A2E97546B1}" sibTransId="{65ECFD7A-D7AA-4F2F-9CF8-D84B996E8448}"/>
    <dgm:cxn modelId="{FC8AA5A6-D128-44F3-85DE-7FB38B6E8A14}" type="presOf" srcId="{5BC7CAD1-189F-48E6-8733-CE2E83CF382A}" destId="{CFD65467-EF12-4CA7-A443-E7768A3A9D80}" srcOrd="0" destOrd="0" presId="urn:microsoft.com/office/officeart/2005/8/layout/pyramid2"/>
    <dgm:cxn modelId="{B65E4CF2-0258-4124-8D40-09745C48B6A9}" type="presParOf" srcId="{210A0686-35A2-4919-98B7-37741C63FF68}" destId="{C870655A-4DF4-408F-8DF9-4486D891B9ED}" srcOrd="0" destOrd="0" presId="urn:microsoft.com/office/officeart/2005/8/layout/pyramid2"/>
    <dgm:cxn modelId="{0FB62B60-4739-4B22-9C4F-C23F8D92568F}" type="presParOf" srcId="{210A0686-35A2-4919-98B7-37741C63FF68}" destId="{D0926E32-034A-4441-AEEF-413D5909A4C2}" srcOrd="1" destOrd="0" presId="urn:microsoft.com/office/officeart/2005/8/layout/pyramid2"/>
    <dgm:cxn modelId="{4847C713-D640-48FC-8AD7-6D9DED7ED359}" type="presParOf" srcId="{D0926E32-034A-4441-AEEF-413D5909A4C2}" destId="{CFD65467-EF12-4CA7-A443-E7768A3A9D80}" srcOrd="0" destOrd="0" presId="urn:microsoft.com/office/officeart/2005/8/layout/pyramid2"/>
    <dgm:cxn modelId="{6AB38D83-04F3-4246-AADB-E72BDDBBE7CD}" type="presParOf" srcId="{D0926E32-034A-4441-AEEF-413D5909A4C2}" destId="{F2E7F74C-2C24-4183-9263-3EB33557470A}" srcOrd="1" destOrd="0" presId="urn:microsoft.com/office/officeart/2005/8/layout/pyramid2"/>
    <dgm:cxn modelId="{D7AC4FFD-935A-4F92-B067-D21C70F8A0B2}" type="presParOf" srcId="{D0926E32-034A-4441-AEEF-413D5909A4C2}" destId="{CC3818BD-78E9-4D76-8FAC-CE8450AEF80A}" srcOrd="2" destOrd="0" presId="urn:microsoft.com/office/officeart/2005/8/layout/pyramid2"/>
    <dgm:cxn modelId="{DCBA718C-A99A-4F1A-AE75-76AAB5C2AC72}" type="presParOf" srcId="{D0926E32-034A-4441-AEEF-413D5909A4C2}" destId="{12BAC283-F64C-41B2-8F7C-6FE3A326D8CC}" srcOrd="3" destOrd="0" presId="urn:microsoft.com/office/officeart/2005/8/layout/pyramid2"/>
    <dgm:cxn modelId="{DFCD726B-973D-4451-8685-36EE8C58B799}" type="presParOf" srcId="{D0926E32-034A-4441-AEEF-413D5909A4C2}" destId="{DAA5F4C3-0E3B-490D-9CB0-423062BDB6C3}" srcOrd="4" destOrd="0" presId="urn:microsoft.com/office/officeart/2005/8/layout/pyramid2"/>
    <dgm:cxn modelId="{C0FE31EB-C4F1-4B70-8579-8C5418A14F8C}" type="presParOf" srcId="{D0926E32-034A-4441-AEEF-413D5909A4C2}" destId="{0504A7A3-C22C-43D3-9578-31CB0C6CFD7C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347C99-5FD7-4317-9596-57DB2785D49E}" type="doc">
      <dgm:prSet loTypeId="urn:microsoft.com/office/officeart/2005/8/layout/StepDownProcess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404C22B-47AB-40B9-827E-8ABC96E26269}">
      <dgm:prSet phldrT="[Text]" phldr="0"/>
      <dgm:spPr/>
      <dgm:t>
        <a:bodyPr/>
        <a:lstStyle/>
        <a:p>
          <a:r>
            <a:rPr lang="en-US" dirty="0"/>
            <a:t>Login</a:t>
          </a:r>
        </a:p>
      </dgm:t>
    </dgm:pt>
    <dgm:pt modelId="{182A138C-0247-4227-B4BD-7850F2815BF4}" type="parTrans" cxnId="{3E7B7D19-3BDF-4DFE-92A0-20BC1640E7C5}">
      <dgm:prSet/>
      <dgm:spPr/>
      <dgm:t>
        <a:bodyPr/>
        <a:lstStyle/>
        <a:p>
          <a:endParaRPr lang="en-US"/>
        </a:p>
      </dgm:t>
    </dgm:pt>
    <dgm:pt modelId="{AB7A01D1-0ACC-4D80-A042-82F2E0771709}" type="sibTrans" cxnId="{3E7B7D19-3BDF-4DFE-92A0-20BC1640E7C5}">
      <dgm:prSet/>
      <dgm:spPr/>
      <dgm:t>
        <a:bodyPr/>
        <a:lstStyle/>
        <a:p>
          <a:endParaRPr lang="en-US"/>
        </a:p>
      </dgm:t>
    </dgm:pt>
    <dgm:pt modelId="{32476357-8733-4375-9669-2C081C24934F}">
      <dgm:prSet phldrT="[Text]" phldr="0"/>
      <dgm:spPr/>
      <dgm:t>
        <a:bodyPr/>
        <a:lstStyle/>
        <a:p>
          <a:r>
            <a:rPr lang="en-US" dirty="0"/>
            <a:t>Dashboard</a:t>
          </a:r>
        </a:p>
      </dgm:t>
    </dgm:pt>
    <dgm:pt modelId="{167E94A3-9F72-40AD-91C0-FE1AA548AC9A}" type="parTrans" cxnId="{A2D2AF65-3174-4793-B142-EC03A0A28F4F}">
      <dgm:prSet/>
      <dgm:spPr/>
      <dgm:t>
        <a:bodyPr/>
        <a:lstStyle/>
        <a:p>
          <a:endParaRPr lang="en-US"/>
        </a:p>
      </dgm:t>
    </dgm:pt>
    <dgm:pt modelId="{29B3A2C2-97C5-4B3C-BEE7-AA3F3DD559EB}" type="sibTrans" cxnId="{A2D2AF65-3174-4793-B142-EC03A0A28F4F}">
      <dgm:prSet/>
      <dgm:spPr/>
      <dgm:t>
        <a:bodyPr/>
        <a:lstStyle/>
        <a:p>
          <a:endParaRPr lang="en-US"/>
        </a:p>
      </dgm:t>
    </dgm:pt>
    <dgm:pt modelId="{8A0EC5A4-A483-4428-8D47-DF7429DAB6B8}">
      <dgm:prSet phldrT="[Text]" phldr="0"/>
      <dgm:spPr/>
      <dgm:t>
        <a:bodyPr/>
        <a:lstStyle/>
        <a:p>
          <a:r>
            <a:rPr lang="en-US" dirty="0"/>
            <a:t>Courses</a:t>
          </a:r>
        </a:p>
      </dgm:t>
    </dgm:pt>
    <dgm:pt modelId="{9309C9FF-431B-4B8A-9951-F3451B3E3FC0}" type="parTrans" cxnId="{FE516EDA-83C4-4528-B2C8-EFAD79AD135C}">
      <dgm:prSet/>
      <dgm:spPr/>
      <dgm:t>
        <a:bodyPr/>
        <a:lstStyle/>
        <a:p>
          <a:endParaRPr lang="en-US"/>
        </a:p>
      </dgm:t>
    </dgm:pt>
    <dgm:pt modelId="{75164DA8-8BFE-42D8-9D85-3EF5EA2ABFD5}" type="sibTrans" cxnId="{FE516EDA-83C4-4528-B2C8-EFAD79AD135C}">
      <dgm:prSet/>
      <dgm:spPr/>
      <dgm:t>
        <a:bodyPr/>
        <a:lstStyle/>
        <a:p>
          <a:endParaRPr lang="en-US"/>
        </a:p>
      </dgm:t>
    </dgm:pt>
    <dgm:pt modelId="{21A7609F-ED91-41D3-B029-1F152CDEFBDD}" type="pres">
      <dgm:prSet presAssocID="{41347C99-5FD7-4317-9596-57DB2785D49E}" presName="rootnode" presStyleCnt="0">
        <dgm:presLayoutVars>
          <dgm:chMax/>
          <dgm:chPref/>
          <dgm:dir/>
          <dgm:animLvl val="lvl"/>
        </dgm:presLayoutVars>
      </dgm:prSet>
      <dgm:spPr/>
    </dgm:pt>
    <dgm:pt modelId="{2D5E230A-F60A-40EE-B065-A71FB48A3947}" type="pres">
      <dgm:prSet presAssocID="{7404C22B-47AB-40B9-827E-8ABC96E26269}" presName="composite" presStyleCnt="0"/>
      <dgm:spPr/>
    </dgm:pt>
    <dgm:pt modelId="{9148B03E-8532-44CF-96F1-1582938684A2}" type="pres">
      <dgm:prSet presAssocID="{7404C22B-47AB-40B9-827E-8ABC96E26269}" presName="bentUpArrow1" presStyleLbl="alignImgPlace1" presStyleIdx="0" presStyleCnt="2"/>
      <dgm:spPr/>
    </dgm:pt>
    <dgm:pt modelId="{BF6E9182-50B5-41D6-A406-C38FE4F339D0}" type="pres">
      <dgm:prSet presAssocID="{7404C22B-47AB-40B9-827E-8ABC96E2626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0172FF7B-276C-4BE1-8280-A1120BAE36D0}" type="pres">
      <dgm:prSet presAssocID="{7404C22B-47AB-40B9-827E-8ABC96E26269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59B39796-BB8A-4DEB-A5E5-D4ACD37DF9E0}" type="pres">
      <dgm:prSet presAssocID="{AB7A01D1-0ACC-4D80-A042-82F2E0771709}" presName="sibTrans" presStyleCnt="0"/>
      <dgm:spPr/>
    </dgm:pt>
    <dgm:pt modelId="{5179AA05-AD37-43FE-93FF-536A737FAF5A}" type="pres">
      <dgm:prSet presAssocID="{32476357-8733-4375-9669-2C081C24934F}" presName="composite" presStyleCnt="0"/>
      <dgm:spPr/>
    </dgm:pt>
    <dgm:pt modelId="{BDBA1F21-BFD3-4293-B4D5-467946D97FAA}" type="pres">
      <dgm:prSet presAssocID="{32476357-8733-4375-9669-2C081C24934F}" presName="bentUpArrow1" presStyleLbl="alignImgPlace1" presStyleIdx="1" presStyleCnt="2"/>
      <dgm:spPr/>
    </dgm:pt>
    <dgm:pt modelId="{05D73643-9BB6-4626-9E2E-008B840F1A38}" type="pres">
      <dgm:prSet presAssocID="{32476357-8733-4375-9669-2C081C24934F}" presName="ParentText" presStyleLbl="node1" presStyleIdx="1" presStyleCnt="3" custScaleY="114284">
        <dgm:presLayoutVars>
          <dgm:chMax val="1"/>
          <dgm:chPref val="1"/>
          <dgm:bulletEnabled val="1"/>
        </dgm:presLayoutVars>
      </dgm:prSet>
      <dgm:spPr/>
    </dgm:pt>
    <dgm:pt modelId="{AB5BE4E0-ACB6-4F38-B67A-C23674E25FE6}" type="pres">
      <dgm:prSet presAssocID="{32476357-8733-4375-9669-2C081C24934F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25B1A0CC-B8C1-45DE-B660-303B44E237E4}" type="pres">
      <dgm:prSet presAssocID="{29B3A2C2-97C5-4B3C-BEE7-AA3F3DD559EB}" presName="sibTrans" presStyleCnt="0"/>
      <dgm:spPr/>
    </dgm:pt>
    <dgm:pt modelId="{066E024B-EBEC-430C-AA01-2C7FD97360BA}" type="pres">
      <dgm:prSet presAssocID="{8A0EC5A4-A483-4428-8D47-DF7429DAB6B8}" presName="composite" presStyleCnt="0"/>
      <dgm:spPr/>
    </dgm:pt>
    <dgm:pt modelId="{E00CA2CB-D32A-465B-A7AC-5AA7F0219EE2}" type="pres">
      <dgm:prSet presAssocID="{8A0EC5A4-A483-4428-8D47-DF7429DAB6B8}" presName="ParentText" presStyleLbl="node1" presStyleIdx="2" presStyleCnt="3" custScaleY="105932">
        <dgm:presLayoutVars>
          <dgm:chMax val="1"/>
          <dgm:chPref val="1"/>
          <dgm:bulletEnabled val="1"/>
        </dgm:presLayoutVars>
      </dgm:prSet>
      <dgm:spPr/>
    </dgm:pt>
  </dgm:ptLst>
  <dgm:cxnLst>
    <dgm:cxn modelId="{3E7B7D19-3BDF-4DFE-92A0-20BC1640E7C5}" srcId="{41347C99-5FD7-4317-9596-57DB2785D49E}" destId="{7404C22B-47AB-40B9-827E-8ABC96E26269}" srcOrd="0" destOrd="0" parTransId="{182A138C-0247-4227-B4BD-7850F2815BF4}" sibTransId="{AB7A01D1-0ACC-4D80-A042-82F2E0771709}"/>
    <dgm:cxn modelId="{3670DE5F-A584-44EF-BCDF-52E2D77BDD6A}" type="presOf" srcId="{7404C22B-47AB-40B9-827E-8ABC96E26269}" destId="{BF6E9182-50B5-41D6-A406-C38FE4F339D0}" srcOrd="0" destOrd="0" presId="urn:microsoft.com/office/officeart/2005/8/layout/StepDownProcess"/>
    <dgm:cxn modelId="{A2D2AF65-3174-4793-B142-EC03A0A28F4F}" srcId="{41347C99-5FD7-4317-9596-57DB2785D49E}" destId="{32476357-8733-4375-9669-2C081C24934F}" srcOrd="1" destOrd="0" parTransId="{167E94A3-9F72-40AD-91C0-FE1AA548AC9A}" sibTransId="{29B3A2C2-97C5-4B3C-BEE7-AA3F3DD559EB}"/>
    <dgm:cxn modelId="{DE14467F-FE75-4052-8CC8-D93FF230748C}" type="presOf" srcId="{41347C99-5FD7-4317-9596-57DB2785D49E}" destId="{21A7609F-ED91-41D3-B029-1F152CDEFBDD}" srcOrd="0" destOrd="0" presId="urn:microsoft.com/office/officeart/2005/8/layout/StepDownProcess"/>
    <dgm:cxn modelId="{8A319589-8BCC-4828-9B9B-6ECBBF54862A}" type="presOf" srcId="{32476357-8733-4375-9669-2C081C24934F}" destId="{05D73643-9BB6-4626-9E2E-008B840F1A38}" srcOrd="0" destOrd="0" presId="urn:microsoft.com/office/officeart/2005/8/layout/StepDownProcess"/>
    <dgm:cxn modelId="{FE516EDA-83C4-4528-B2C8-EFAD79AD135C}" srcId="{41347C99-5FD7-4317-9596-57DB2785D49E}" destId="{8A0EC5A4-A483-4428-8D47-DF7429DAB6B8}" srcOrd="2" destOrd="0" parTransId="{9309C9FF-431B-4B8A-9951-F3451B3E3FC0}" sibTransId="{75164DA8-8BFE-42D8-9D85-3EF5EA2ABFD5}"/>
    <dgm:cxn modelId="{8D0484E8-2856-47CA-B5F1-AF43F30522F9}" type="presOf" srcId="{8A0EC5A4-A483-4428-8D47-DF7429DAB6B8}" destId="{E00CA2CB-D32A-465B-A7AC-5AA7F0219EE2}" srcOrd="0" destOrd="0" presId="urn:microsoft.com/office/officeart/2005/8/layout/StepDownProcess"/>
    <dgm:cxn modelId="{6B05100E-06A0-44C1-9DB1-CF4AFE7C4479}" type="presParOf" srcId="{21A7609F-ED91-41D3-B029-1F152CDEFBDD}" destId="{2D5E230A-F60A-40EE-B065-A71FB48A3947}" srcOrd="0" destOrd="0" presId="urn:microsoft.com/office/officeart/2005/8/layout/StepDownProcess"/>
    <dgm:cxn modelId="{A0BBB81F-7B47-4697-ADC8-E7F5FF6EA41D}" type="presParOf" srcId="{2D5E230A-F60A-40EE-B065-A71FB48A3947}" destId="{9148B03E-8532-44CF-96F1-1582938684A2}" srcOrd="0" destOrd="0" presId="urn:microsoft.com/office/officeart/2005/8/layout/StepDownProcess"/>
    <dgm:cxn modelId="{06E9F83A-703A-4C0D-87D0-9256F66BDB1A}" type="presParOf" srcId="{2D5E230A-F60A-40EE-B065-A71FB48A3947}" destId="{BF6E9182-50B5-41D6-A406-C38FE4F339D0}" srcOrd="1" destOrd="0" presId="urn:microsoft.com/office/officeart/2005/8/layout/StepDownProcess"/>
    <dgm:cxn modelId="{F8AD50A9-3D8D-4ECD-AF4E-5AF7724361FC}" type="presParOf" srcId="{2D5E230A-F60A-40EE-B065-A71FB48A3947}" destId="{0172FF7B-276C-4BE1-8280-A1120BAE36D0}" srcOrd="2" destOrd="0" presId="urn:microsoft.com/office/officeart/2005/8/layout/StepDownProcess"/>
    <dgm:cxn modelId="{2C56E912-B843-4228-82C4-89DE6C846FAB}" type="presParOf" srcId="{21A7609F-ED91-41D3-B029-1F152CDEFBDD}" destId="{59B39796-BB8A-4DEB-A5E5-D4ACD37DF9E0}" srcOrd="1" destOrd="0" presId="urn:microsoft.com/office/officeart/2005/8/layout/StepDownProcess"/>
    <dgm:cxn modelId="{BDDB7C32-5E39-4466-BA5A-A92A83D8EB93}" type="presParOf" srcId="{21A7609F-ED91-41D3-B029-1F152CDEFBDD}" destId="{5179AA05-AD37-43FE-93FF-536A737FAF5A}" srcOrd="2" destOrd="0" presId="urn:microsoft.com/office/officeart/2005/8/layout/StepDownProcess"/>
    <dgm:cxn modelId="{B6C67973-2FDC-40AC-A086-47DC1DE87F69}" type="presParOf" srcId="{5179AA05-AD37-43FE-93FF-536A737FAF5A}" destId="{BDBA1F21-BFD3-4293-B4D5-467946D97FAA}" srcOrd="0" destOrd="0" presId="urn:microsoft.com/office/officeart/2005/8/layout/StepDownProcess"/>
    <dgm:cxn modelId="{FBA196BA-4D25-420C-ABC3-F498D9708C99}" type="presParOf" srcId="{5179AA05-AD37-43FE-93FF-536A737FAF5A}" destId="{05D73643-9BB6-4626-9E2E-008B840F1A38}" srcOrd="1" destOrd="0" presId="urn:microsoft.com/office/officeart/2005/8/layout/StepDownProcess"/>
    <dgm:cxn modelId="{78167FEA-228A-4885-A829-18E390538CEF}" type="presParOf" srcId="{5179AA05-AD37-43FE-93FF-536A737FAF5A}" destId="{AB5BE4E0-ACB6-4F38-B67A-C23674E25FE6}" srcOrd="2" destOrd="0" presId="urn:microsoft.com/office/officeart/2005/8/layout/StepDownProcess"/>
    <dgm:cxn modelId="{2C831B93-1CD9-4CD6-939E-B26484E6A004}" type="presParOf" srcId="{21A7609F-ED91-41D3-B029-1F152CDEFBDD}" destId="{25B1A0CC-B8C1-45DE-B660-303B44E237E4}" srcOrd="3" destOrd="0" presId="urn:microsoft.com/office/officeart/2005/8/layout/StepDownProcess"/>
    <dgm:cxn modelId="{5FE98867-02E3-4A22-9855-5CFDF96D9502}" type="presParOf" srcId="{21A7609F-ED91-41D3-B029-1F152CDEFBDD}" destId="{066E024B-EBEC-430C-AA01-2C7FD97360BA}" srcOrd="4" destOrd="0" presId="urn:microsoft.com/office/officeart/2005/8/layout/StepDownProcess"/>
    <dgm:cxn modelId="{2F9F3AB1-A9A3-4EBB-BE04-913028533A7D}" type="presParOf" srcId="{066E024B-EBEC-430C-AA01-2C7FD97360BA}" destId="{E00CA2CB-D32A-465B-A7AC-5AA7F0219EE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2C9E10-4624-4D67-8B84-94E8CDDAC383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61904C-B709-4065-B1F6-D47C85AD31BF}">
      <dgm:prSet phldrT="[Text]" phldr="0"/>
      <dgm:spPr/>
      <dgm:t>
        <a:bodyPr/>
        <a:lstStyle/>
        <a:p>
          <a:r>
            <a:rPr lang="en-US" dirty="0"/>
            <a:t>Submit Assignments</a:t>
          </a:r>
        </a:p>
      </dgm:t>
    </dgm:pt>
    <dgm:pt modelId="{0A4868C6-1954-490C-8765-830C08BE748D}" type="parTrans" cxnId="{1D35AA60-A3D5-4CBC-AD9F-0DD8A2215FA5}">
      <dgm:prSet/>
      <dgm:spPr/>
      <dgm:t>
        <a:bodyPr/>
        <a:lstStyle/>
        <a:p>
          <a:endParaRPr lang="en-US"/>
        </a:p>
      </dgm:t>
    </dgm:pt>
    <dgm:pt modelId="{D301CCAB-9510-4846-A53B-A94264747CAA}" type="sibTrans" cxnId="{1D35AA60-A3D5-4CBC-AD9F-0DD8A2215FA5}">
      <dgm:prSet/>
      <dgm:spPr/>
      <dgm:t>
        <a:bodyPr/>
        <a:lstStyle/>
        <a:p>
          <a:endParaRPr lang="en-US"/>
        </a:p>
      </dgm:t>
    </dgm:pt>
    <dgm:pt modelId="{71223449-C6FC-41F5-88AE-1C05687274F9}">
      <dgm:prSet phldrT="[Text]" phldr="0"/>
      <dgm:spPr/>
      <dgm:t>
        <a:bodyPr/>
        <a:lstStyle/>
        <a:p>
          <a:r>
            <a:rPr lang="en-US" dirty="0"/>
            <a:t>Take Exams</a:t>
          </a:r>
        </a:p>
      </dgm:t>
    </dgm:pt>
    <dgm:pt modelId="{76F868BE-D6A1-453E-8F7E-BF32B3535A06}" type="parTrans" cxnId="{E7D6DF53-345B-4A4D-90CE-7638EAE8B802}">
      <dgm:prSet/>
      <dgm:spPr/>
      <dgm:t>
        <a:bodyPr/>
        <a:lstStyle/>
        <a:p>
          <a:endParaRPr lang="en-US"/>
        </a:p>
      </dgm:t>
    </dgm:pt>
    <dgm:pt modelId="{A89212A6-8721-45ED-AD6E-63D804617D29}" type="sibTrans" cxnId="{E7D6DF53-345B-4A4D-90CE-7638EAE8B802}">
      <dgm:prSet/>
      <dgm:spPr/>
      <dgm:t>
        <a:bodyPr/>
        <a:lstStyle/>
        <a:p>
          <a:endParaRPr lang="en-US"/>
        </a:p>
      </dgm:t>
    </dgm:pt>
    <dgm:pt modelId="{5486F71B-ACD1-4306-9826-00184F2EE783}">
      <dgm:prSet phldrT="[Text]" phldr="0"/>
      <dgm:spPr/>
      <dgm:t>
        <a:bodyPr/>
        <a:lstStyle/>
        <a:p>
          <a:r>
            <a:rPr lang="en-US" dirty="0"/>
            <a:t>View Result</a:t>
          </a:r>
        </a:p>
      </dgm:t>
    </dgm:pt>
    <dgm:pt modelId="{DB1C7CAE-1E18-41B3-83AB-51AD1E4F64E8}" type="parTrans" cxnId="{F6A1CF70-462E-4A4C-9BB4-569E82BCE4E4}">
      <dgm:prSet/>
      <dgm:spPr/>
      <dgm:t>
        <a:bodyPr/>
        <a:lstStyle/>
        <a:p>
          <a:endParaRPr lang="en-US"/>
        </a:p>
      </dgm:t>
    </dgm:pt>
    <dgm:pt modelId="{9493BFC7-C82D-4F18-9F91-B877BC754CD6}" type="sibTrans" cxnId="{F6A1CF70-462E-4A4C-9BB4-569E82BCE4E4}">
      <dgm:prSet/>
      <dgm:spPr/>
      <dgm:t>
        <a:bodyPr/>
        <a:lstStyle/>
        <a:p>
          <a:endParaRPr lang="en-US"/>
        </a:p>
      </dgm:t>
    </dgm:pt>
    <dgm:pt modelId="{80D89531-638C-41CB-B2B7-9832855A2781}" type="pres">
      <dgm:prSet presAssocID="{D82C9E10-4624-4D67-8B84-94E8CDDAC383}" presName="rootnode" presStyleCnt="0">
        <dgm:presLayoutVars>
          <dgm:chMax/>
          <dgm:chPref/>
          <dgm:dir/>
          <dgm:animLvl val="lvl"/>
        </dgm:presLayoutVars>
      </dgm:prSet>
      <dgm:spPr/>
    </dgm:pt>
    <dgm:pt modelId="{75185EA1-3A6B-4BA5-9CA8-8CB5544C3946}" type="pres">
      <dgm:prSet presAssocID="{AA61904C-B709-4065-B1F6-D47C85AD31BF}" presName="composite" presStyleCnt="0"/>
      <dgm:spPr/>
    </dgm:pt>
    <dgm:pt modelId="{5F157ADA-9138-4EDC-8C5E-E4CC1FECAE41}" type="pres">
      <dgm:prSet presAssocID="{AA61904C-B709-4065-B1F6-D47C85AD31BF}" presName="bentUpArrow1" presStyleLbl="alignImgPlace1" presStyleIdx="0" presStyleCnt="2"/>
      <dgm:spPr/>
    </dgm:pt>
    <dgm:pt modelId="{2E301A8D-5279-4C93-A53B-B4B78119F423}" type="pres">
      <dgm:prSet presAssocID="{AA61904C-B709-4065-B1F6-D47C85AD31BF}" presName="ParentText" presStyleLbl="node1" presStyleIdx="0" presStyleCnt="3" custLinFactNeighborX="-143" custLinFactNeighborY="2024">
        <dgm:presLayoutVars>
          <dgm:chMax val="1"/>
          <dgm:chPref val="1"/>
          <dgm:bulletEnabled val="1"/>
        </dgm:presLayoutVars>
      </dgm:prSet>
      <dgm:spPr/>
    </dgm:pt>
    <dgm:pt modelId="{9651AAF2-E028-4AE9-B668-EFF3036E0CDA}" type="pres">
      <dgm:prSet presAssocID="{AA61904C-B709-4065-B1F6-D47C85AD31BF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B64443C2-567E-44AA-97CC-BFF4999CF9CB}" type="pres">
      <dgm:prSet presAssocID="{D301CCAB-9510-4846-A53B-A94264747CAA}" presName="sibTrans" presStyleCnt="0"/>
      <dgm:spPr/>
    </dgm:pt>
    <dgm:pt modelId="{E745931E-6CB2-4BB9-9F30-C88BF9A0324C}" type="pres">
      <dgm:prSet presAssocID="{71223449-C6FC-41F5-88AE-1C05687274F9}" presName="composite" presStyleCnt="0"/>
      <dgm:spPr/>
    </dgm:pt>
    <dgm:pt modelId="{8F66D5C5-7A26-4C5B-8FF9-CA413037E176}" type="pres">
      <dgm:prSet presAssocID="{71223449-C6FC-41F5-88AE-1C05687274F9}" presName="bentUpArrow1" presStyleLbl="alignImgPlace1" presStyleIdx="1" presStyleCnt="2"/>
      <dgm:spPr/>
    </dgm:pt>
    <dgm:pt modelId="{B64D4EB9-3F8B-46EF-8FE2-E4A16B850313}" type="pres">
      <dgm:prSet presAssocID="{71223449-C6FC-41F5-88AE-1C05687274F9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51FF70D8-50ED-44E5-A02A-8849ED5101DD}" type="pres">
      <dgm:prSet presAssocID="{71223449-C6FC-41F5-88AE-1C05687274F9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3DE12B12-7283-40B4-A791-0A0914272376}" type="pres">
      <dgm:prSet presAssocID="{A89212A6-8721-45ED-AD6E-63D804617D29}" presName="sibTrans" presStyleCnt="0"/>
      <dgm:spPr/>
    </dgm:pt>
    <dgm:pt modelId="{F75CB6E6-55ED-465A-AC77-F2AB100D0E35}" type="pres">
      <dgm:prSet presAssocID="{5486F71B-ACD1-4306-9826-00184F2EE783}" presName="composite" presStyleCnt="0"/>
      <dgm:spPr/>
    </dgm:pt>
    <dgm:pt modelId="{BA5898CA-A288-45C8-8B8B-DD32E9AC818D}" type="pres">
      <dgm:prSet presAssocID="{5486F71B-ACD1-4306-9826-00184F2EE783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1D35AA60-A3D5-4CBC-AD9F-0DD8A2215FA5}" srcId="{D82C9E10-4624-4D67-8B84-94E8CDDAC383}" destId="{AA61904C-B709-4065-B1F6-D47C85AD31BF}" srcOrd="0" destOrd="0" parTransId="{0A4868C6-1954-490C-8765-830C08BE748D}" sibTransId="{D301CCAB-9510-4846-A53B-A94264747CAA}"/>
    <dgm:cxn modelId="{BC672B43-88CB-4F15-A490-C7D135726741}" type="presOf" srcId="{71223449-C6FC-41F5-88AE-1C05687274F9}" destId="{B64D4EB9-3F8B-46EF-8FE2-E4A16B850313}" srcOrd="0" destOrd="0" presId="urn:microsoft.com/office/officeart/2005/8/layout/StepDownProcess"/>
    <dgm:cxn modelId="{2A247247-2693-4192-86B9-95560501102F}" type="presOf" srcId="{D82C9E10-4624-4D67-8B84-94E8CDDAC383}" destId="{80D89531-638C-41CB-B2B7-9832855A2781}" srcOrd="0" destOrd="0" presId="urn:microsoft.com/office/officeart/2005/8/layout/StepDownProcess"/>
    <dgm:cxn modelId="{F6A1CF70-462E-4A4C-9BB4-569E82BCE4E4}" srcId="{D82C9E10-4624-4D67-8B84-94E8CDDAC383}" destId="{5486F71B-ACD1-4306-9826-00184F2EE783}" srcOrd="2" destOrd="0" parTransId="{DB1C7CAE-1E18-41B3-83AB-51AD1E4F64E8}" sibTransId="{9493BFC7-C82D-4F18-9F91-B877BC754CD6}"/>
    <dgm:cxn modelId="{E7D6DF53-345B-4A4D-90CE-7638EAE8B802}" srcId="{D82C9E10-4624-4D67-8B84-94E8CDDAC383}" destId="{71223449-C6FC-41F5-88AE-1C05687274F9}" srcOrd="1" destOrd="0" parTransId="{76F868BE-D6A1-453E-8F7E-BF32B3535A06}" sibTransId="{A89212A6-8721-45ED-AD6E-63D804617D29}"/>
    <dgm:cxn modelId="{6071EBE2-7171-4BED-9D99-2B40D69BF97F}" type="presOf" srcId="{AA61904C-B709-4065-B1F6-D47C85AD31BF}" destId="{2E301A8D-5279-4C93-A53B-B4B78119F423}" srcOrd="0" destOrd="0" presId="urn:microsoft.com/office/officeart/2005/8/layout/StepDownProcess"/>
    <dgm:cxn modelId="{00B435E7-2EA2-469B-9749-9EF948898F91}" type="presOf" srcId="{5486F71B-ACD1-4306-9826-00184F2EE783}" destId="{BA5898CA-A288-45C8-8B8B-DD32E9AC818D}" srcOrd="0" destOrd="0" presId="urn:microsoft.com/office/officeart/2005/8/layout/StepDownProcess"/>
    <dgm:cxn modelId="{07A17EA1-28E6-4DEE-A45E-311E7F473F74}" type="presParOf" srcId="{80D89531-638C-41CB-B2B7-9832855A2781}" destId="{75185EA1-3A6B-4BA5-9CA8-8CB5544C3946}" srcOrd="0" destOrd="0" presId="urn:microsoft.com/office/officeart/2005/8/layout/StepDownProcess"/>
    <dgm:cxn modelId="{EF3AFD77-AB21-4A72-91A4-F8A347EAA0E0}" type="presParOf" srcId="{75185EA1-3A6B-4BA5-9CA8-8CB5544C3946}" destId="{5F157ADA-9138-4EDC-8C5E-E4CC1FECAE41}" srcOrd="0" destOrd="0" presId="urn:microsoft.com/office/officeart/2005/8/layout/StepDownProcess"/>
    <dgm:cxn modelId="{84852313-80E8-485D-9B8E-E925BB93F609}" type="presParOf" srcId="{75185EA1-3A6B-4BA5-9CA8-8CB5544C3946}" destId="{2E301A8D-5279-4C93-A53B-B4B78119F423}" srcOrd="1" destOrd="0" presId="urn:microsoft.com/office/officeart/2005/8/layout/StepDownProcess"/>
    <dgm:cxn modelId="{CE28B0D2-42D8-419E-8907-3B0D1B08691F}" type="presParOf" srcId="{75185EA1-3A6B-4BA5-9CA8-8CB5544C3946}" destId="{9651AAF2-E028-4AE9-B668-EFF3036E0CDA}" srcOrd="2" destOrd="0" presId="urn:microsoft.com/office/officeart/2005/8/layout/StepDownProcess"/>
    <dgm:cxn modelId="{A5C74F62-0560-49A5-8B1B-6D98D770E11E}" type="presParOf" srcId="{80D89531-638C-41CB-B2B7-9832855A2781}" destId="{B64443C2-567E-44AA-97CC-BFF4999CF9CB}" srcOrd="1" destOrd="0" presId="urn:microsoft.com/office/officeart/2005/8/layout/StepDownProcess"/>
    <dgm:cxn modelId="{9782CF15-3B6B-4D88-9866-B0D9D6B4D7B3}" type="presParOf" srcId="{80D89531-638C-41CB-B2B7-9832855A2781}" destId="{E745931E-6CB2-4BB9-9F30-C88BF9A0324C}" srcOrd="2" destOrd="0" presId="urn:microsoft.com/office/officeart/2005/8/layout/StepDownProcess"/>
    <dgm:cxn modelId="{910CF8ED-8269-4DAA-A10B-F7078E49F0C3}" type="presParOf" srcId="{E745931E-6CB2-4BB9-9F30-C88BF9A0324C}" destId="{8F66D5C5-7A26-4C5B-8FF9-CA413037E176}" srcOrd="0" destOrd="0" presId="urn:microsoft.com/office/officeart/2005/8/layout/StepDownProcess"/>
    <dgm:cxn modelId="{525C08FA-F1EA-4A48-A967-4FF61879F144}" type="presParOf" srcId="{E745931E-6CB2-4BB9-9F30-C88BF9A0324C}" destId="{B64D4EB9-3F8B-46EF-8FE2-E4A16B850313}" srcOrd="1" destOrd="0" presId="urn:microsoft.com/office/officeart/2005/8/layout/StepDownProcess"/>
    <dgm:cxn modelId="{55E5A2F9-BC8F-4891-88F9-62D2744C3B20}" type="presParOf" srcId="{E745931E-6CB2-4BB9-9F30-C88BF9A0324C}" destId="{51FF70D8-50ED-44E5-A02A-8849ED5101DD}" srcOrd="2" destOrd="0" presId="urn:microsoft.com/office/officeart/2005/8/layout/StepDownProcess"/>
    <dgm:cxn modelId="{D3A992BA-9225-499F-8D13-F4A93E45E2E9}" type="presParOf" srcId="{80D89531-638C-41CB-B2B7-9832855A2781}" destId="{3DE12B12-7283-40B4-A791-0A0914272376}" srcOrd="3" destOrd="0" presId="urn:microsoft.com/office/officeart/2005/8/layout/StepDownProcess"/>
    <dgm:cxn modelId="{B62E9230-FF57-43EC-B8DF-B1B91A6A1025}" type="presParOf" srcId="{80D89531-638C-41CB-B2B7-9832855A2781}" destId="{F75CB6E6-55ED-465A-AC77-F2AB100D0E35}" srcOrd="4" destOrd="0" presId="urn:microsoft.com/office/officeart/2005/8/layout/StepDownProcess"/>
    <dgm:cxn modelId="{CCFFC079-256E-41AA-9D47-0CA1EE469E84}" type="presParOf" srcId="{F75CB6E6-55ED-465A-AC77-F2AB100D0E35}" destId="{BA5898CA-A288-45C8-8B8B-DD32E9AC818D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E6CACE-ECB4-4E5C-80C9-454F320FE54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3CCB53-290B-4C16-AF45-0A4C5D7013F7}">
      <dgm:prSet phldrT="[Text]" phldr="0"/>
      <dgm:spPr/>
      <dgm:t>
        <a:bodyPr/>
        <a:lstStyle/>
        <a:p>
          <a:r>
            <a:rPr lang="en-US" dirty="0"/>
            <a:t>Students and Teachers</a:t>
          </a:r>
        </a:p>
      </dgm:t>
    </dgm:pt>
    <dgm:pt modelId="{82562362-4049-4F5D-9F10-6DBBEB6B66E6}" type="parTrans" cxnId="{F9CE28B0-EB56-45A7-9A87-AB2D750E8722}">
      <dgm:prSet/>
      <dgm:spPr/>
      <dgm:t>
        <a:bodyPr/>
        <a:lstStyle/>
        <a:p>
          <a:endParaRPr lang="en-US"/>
        </a:p>
      </dgm:t>
    </dgm:pt>
    <dgm:pt modelId="{A33902C3-DD9A-4262-9283-B7DBFBD78F96}" type="sibTrans" cxnId="{F9CE28B0-EB56-45A7-9A87-AB2D750E8722}">
      <dgm:prSet/>
      <dgm:spPr/>
      <dgm:t>
        <a:bodyPr/>
        <a:lstStyle/>
        <a:p>
          <a:endParaRPr lang="en-US"/>
        </a:p>
      </dgm:t>
    </dgm:pt>
    <dgm:pt modelId="{C37E0EA3-E1D2-46D2-8140-5D2A07001992}">
      <dgm:prSet phldrT="[Text]" phldr="0"/>
      <dgm:spPr/>
      <dgm:t>
        <a:bodyPr/>
        <a:lstStyle/>
        <a:p>
          <a:r>
            <a:rPr lang="en-US"/>
            <a:t>Schools, colleges, universities</a:t>
          </a:r>
        </a:p>
      </dgm:t>
    </dgm:pt>
    <dgm:pt modelId="{69EF5BBB-561C-433C-A8E2-697A62F45DA9}" type="parTrans" cxnId="{FA566327-93E5-427B-9C5D-9A6098F1C525}">
      <dgm:prSet/>
      <dgm:spPr/>
      <dgm:t>
        <a:bodyPr/>
        <a:lstStyle/>
        <a:p>
          <a:endParaRPr lang="en-US"/>
        </a:p>
      </dgm:t>
    </dgm:pt>
    <dgm:pt modelId="{9F304DBC-72F0-4392-8341-2081B0EEBE40}" type="sibTrans" cxnId="{FA566327-93E5-427B-9C5D-9A6098F1C525}">
      <dgm:prSet/>
      <dgm:spPr/>
      <dgm:t>
        <a:bodyPr/>
        <a:lstStyle/>
        <a:p>
          <a:endParaRPr lang="en-US"/>
        </a:p>
      </dgm:t>
    </dgm:pt>
    <dgm:pt modelId="{D673F241-47E8-4EFB-AD56-35B77EEDB833}">
      <dgm:prSet phldrT="[Text]" phldr="0"/>
      <dgm:spPr/>
      <dgm:t>
        <a:bodyPr/>
        <a:lstStyle/>
        <a:p>
          <a:r>
            <a:rPr lang="en-US" dirty="0"/>
            <a:t>Training centers &amp; professionals</a:t>
          </a:r>
        </a:p>
      </dgm:t>
    </dgm:pt>
    <dgm:pt modelId="{198D88E4-CBE6-465B-BD8B-80A4240A9E3D}" type="parTrans" cxnId="{F4148E04-213A-4545-B9C2-C75AEDCDE3CC}">
      <dgm:prSet/>
      <dgm:spPr/>
      <dgm:t>
        <a:bodyPr/>
        <a:lstStyle/>
        <a:p>
          <a:endParaRPr lang="en-US"/>
        </a:p>
      </dgm:t>
    </dgm:pt>
    <dgm:pt modelId="{08C32E8F-B87A-43A9-85C0-62DA5ECA3ABE}" type="sibTrans" cxnId="{F4148E04-213A-4545-B9C2-C75AEDCDE3CC}">
      <dgm:prSet/>
      <dgm:spPr/>
      <dgm:t>
        <a:bodyPr/>
        <a:lstStyle/>
        <a:p>
          <a:endParaRPr lang="en-US"/>
        </a:p>
      </dgm:t>
    </dgm:pt>
    <dgm:pt modelId="{66D8BFAB-C439-4332-AAB5-5186DAE16E98}" type="pres">
      <dgm:prSet presAssocID="{B2E6CACE-ECB4-4E5C-80C9-454F320FE545}" presName="linear" presStyleCnt="0">
        <dgm:presLayoutVars>
          <dgm:dir/>
          <dgm:animLvl val="lvl"/>
          <dgm:resizeHandles val="exact"/>
        </dgm:presLayoutVars>
      </dgm:prSet>
      <dgm:spPr/>
    </dgm:pt>
    <dgm:pt modelId="{E517B897-CA4E-48C4-9044-BCB0B8F19F80}" type="pres">
      <dgm:prSet presAssocID="{E93CCB53-290B-4C16-AF45-0A4C5D7013F7}" presName="parentLin" presStyleCnt="0"/>
      <dgm:spPr/>
    </dgm:pt>
    <dgm:pt modelId="{F659CBF4-38D4-4D73-B87A-C0DD419342E5}" type="pres">
      <dgm:prSet presAssocID="{E93CCB53-290B-4C16-AF45-0A4C5D7013F7}" presName="parentLeftMargin" presStyleLbl="node1" presStyleIdx="0" presStyleCnt="3"/>
      <dgm:spPr/>
    </dgm:pt>
    <dgm:pt modelId="{77F59662-F47B-4012-AEDD-C4AB06FB0B4A}" type="pres">
      <dgm:prSet presAssocID="{E93CCB53-290B-4C16-AF45-0A4C5D7013F7}" presName="parentText" presStyleLbl="node1" presStyleIdx="0" presStyleCnt="3" custLinFactNeighborX="22062">
        <dgm:presLayoutVars>
          <dgm:chMax val="0"/>
          <dgm:bulletEnabled val="1"/>
        </dgm:presLayoutVars>
      </dgm:prSet>
      <dgm:spPr/>
    </dgm:pt>
    <dgm:pt modelId="{ED88E861-5AD9-4D7D-90B4-7A1931C6F66B}" type="pres">
      <dgm:prSet presAssocID="{E93CCB53-290B-4C16-AF45-0A4C5D7013F7}" presName="negativeSpace" presStyleCnt="0"/>
      <dgm:spPr/>
    </dgm:pt>
    <dgm:pt modelId="{03DEBD32-9B02-497E-9D67-A7BF81AF3A5A}" type="pres">
      <dgm:prSet presAssocID="{E93CCB53-290B-4C16-AF45-0A4C5D7013F7}" presName="childText" presStyleLbl="conFgAcc1" presStyleIdx="0" presStyleCnt="3">
        <dgm:presLayoutVars>
          <dgm:bulletEnabled val="1"/>
        </dgm:presLayoutVars>
      </dgm:prSet>
      <dgm:spPr/>
    </dgm:pt>
    <dgm:pt modelId="{D4C4725E-4CA7-4735-ADA4-25B12A006C71}" type="pres">
      <dgm:prSet presAssocID="{A33902C3-DD9A-4262-9283-B7DBFBD78F96}" presName="spaceBetweenRectangles" presStyleCnt="0"/>
      <dgm:spPr/>
    </dgm:pt>
    <dgm:pt modelId="{628B59F8-344C-4887-99DD-068EDD317734}" type="pres">
      <dgm:prSet presAssocID="{C37E0EA3-E1D2-46D2-8140-5D2A07001992}" presName="parentLin" presStyleCnt="0"/>
      <dgm:spPr/>
    </dgm:pt>
    <dgm:pt modelId="{241BB2A8-EA26-47C4-AE54-91D13FB9865A}" type="pres">
      <dgm:prSet presAssocID="{C37E0EA3-E1D2-46D2-8140-5D2A07001992}" presName="parentLeftMargin" presStyleLbl="node1" presStyleIdx="0" presStyleCnt="3"/>
      <dgm:spPr/>
    </dgm:pt>
    <dgm:pt modelId="{1FA6412E-D274-4991-B572-FBE59CB55949}" type="pres">
      <dgm:prSet presAssocID="{C37E0EA3-E1D2-46D2-8140-5D2A0700199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C66207B-DC65-4301-9313-F1CB907F6EA5}" type="pres">
      <dgm:prSet presAssocID="{C37E0EA3-E1D2-46D2-8140-5D2A07001992}" presName="negativeSpace" presStyleCnt="0"/>
      <dgm:spPr/>
    </dgm:pt>
    <dgm:pt modelId="{B75DA6BE-4AFF-4A76-A6F9-E0F0C944BB0C}" type="pres">
      <dgm:prSet presAssocID="{C37E0EA3-E1D2-46D2-8140-5D2A07001992}" presName="childText" presStyleLbl="conFgAcc1" presStyleIdx="1" presStyleCnt="3">
        <dgm:presLayoutVars>
          <dgm:bulletEnabled val="1"/>
        </dgm:presLayoutVars>
      </dgm:prSet>
      <dgm:spPr/>
    </dgm:pt>
    <dgm:pt modelId="{31330BB3-FD6E-48EF-B281-CA1E67445880}" type="pres">
      <dgm:prSet presAssocID="{9F304DBC-72F0-4392-8341-2081B0EEBE40}" presName="spaceBetweenRectangles" presStyleCnt="0"/>
      <dgm:spPr/>
    </dgm:pt>
    <dgm:pt modelId="{D1F87FCE-14EC-45B9-9654-137AB1865A51}" type="pres">
      <dgm:prSet presAssocID="{D673F241-47E8-4EFB-AD56-35B77EEDB833}" presName="parentLin" presStyleCnt="0"/>
      <dgm:spPr/>
    </dgm:pt>
    <dgm:pt modelId="{ECC7A61D-D1B9-4974-9D71-25BFDB2A2F92}" type="pres">
      <dgm:prSet presAssocID="{D673F241-47E8-4EFB-AD56-35B77EEDB833}" presName="parentLeftMargin" presStyleLbl="node1" presStyleIdx="1" presStyleCnt="3"/>
      <dgm:spPr/>
    </dgm:pt>
    <dgm:pt modelId="{6F81BF8A-9D11-48C7-ACED-380D139B1993}" type="pres">
      <dgm:prSet presAssocID="{D673F241-47E8-4EFB-AD56-35B77EEDB83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BF48A90-234C-44D6-B4FE-67DE2F5E00B8}" type="pres">
      <dgm:prSet presAssocID="{D673F241-47E8-4EFB-AD56-35B77EEDB833}" presName="negativeSpace" presStyleCnt="0"/>
      <dgm:spPr/>
    </dgm:pt>
    <dgm:pt modelId="{85F4509B-44B0-436E-ADAC-72F471AC194F}" type="pres">
      <dgm:prSet presAssocID="{D673F241-47E8-4EFB-AD56-35B77EEDB83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4148E04-213A-4545-B9C2-C75AEDCDE3CC}" srcId="{B2E6CACE-ECB4-4E5C-80C9-454F320FE545}" destId="{D673F241-47E8-4EFB-AD56-35B77EEDB833}" srcOrd="2" destOrd="0" parTransId="{198D88E4-CBE6-465B-BD8B-80A4240A9E3D}" sibTransId="{08C32E8F-B87A-43A9-85C0-62DA5ECA3ABE}"/>
    <dgm:cxn modelId="{FA566327-93E5-427B-9C5D-9A6098F1C525}" srcId="{B2E6CACE-ECB4-4E5C-80C9-454F320FE545}" destId="{C37E0EA3-E1D2-46D2-8140-5D2A07001992}" srcOrd="1" destOrd="0" parTransId="{69EF5BBB-561C-433C-A8E2-697A62F45DA9}" sibTransId="{9F304DBC-72F0-4392-8341-2081B0EEBE40}"/>
    <dgm:cxn modelId="{643A5130-30E4-4A75-9044-A0E775622456}" type="presOf" srcId="{C37E0EA3-E1D2-46D2-8140-5D2A07001992}" destId="{241BB2A8-EA26-47C4-AE54-91D13FB9865A}" srcOrd="0" destOrd="0" presId="urn:microsoft.com/office/officeart/2005/8/layout/list1"/>
    <dgm:cxn modelId="{B00BA770-8315-4D2F-AEAE-E1788E89F8C9}" type="presOf" srcId="{D673F241-47E8-4EFB-AD56-35B77EEDB833}" destId="{ECC7A61D-D1B9-4974-9D71-25BFDB2A2F92}" srcOrd="0" destOrd="0" presId="urn:microsoft.com/office/officeart/2005/8/layout/list1"/>
    <dgm:cxn modelId="{BF1D8876-5D11-42E6-923C-04118C2E518F}" type="presOf" srcId="{B2E6CACE-ECB4-4E5C-80C9-454F320FE545}" destId="{66D8BFAB-C439-4332-AAB5-5186DAE16E98}" srcOrd="0" destOrd="0" presId="urn:microsoft.com/office/officeart/2005/8/layout/list1"/>
    <dgm:cxn modelId="{5F8C4877-BF9E-441A-92D9-7B1F11254790}" type="presOf" srcId="{E93CCB53-290B-4C16-AF45-0A4C5D7013F7}" destId="{F659CBF4-38D4-4D73-B87A-C0DD419342E5}" srcOrd="0" destOrd="0" presId="urn:microsoft.com/office/officeart/2005/8/layout/list1"/>
    <dgm:cxn modelId="{2011939A-DDDA-45AF-947F-8A3F4CD7B14A}" type="presOf" srcId="{D673F241-47E8-4EFB-AD56-35B77EEDB833}" destId="{6F81BF8A-9D11-48C7-ACED-380D139B1993}" srcOrd="1" destOrd="0" presId="urn:microsoft.com/office/officeart/2005/8/layout/list1"/>
    <dgm:cxn modelId="{F9CE28B0-EB56-45A7-9A87-AB2D750E8722}" srcId="{B2E6CACE-ECB4-4E5C-80C9-454F320FE545}" destId="{E93CCB53-290B-4C16-AF45-0A4C5D7013F7}" srcOrd="0" destOrd="0" parTransId="{82562362-4049-4F5D-9F10-6DBBEB6B66E6}" sibTransId="{A33902C3-DD9A-4262-9283-B7DBFBD78F96}"/>
    <dgm:cxn modelId="{50FF77CD-2C4D-486D-8997-48057CB39D71}" type="presOf" srcId="{E93CCB53-290B-4C16-AF45-0A4C5D7013F7}" destId="{77F59662-F47B-4012-AEDD-C4AB06FB0B4A}" srcOrd="1" destOrd="0" presId="urn:microsoft.com/office/officeart/2005/8/layout/list1"/>
    <dgm:cxn modelId="{EF5D00D2-B735-4C2F-85BA-6D33F780E82E}" type="presOf" srcId="{C37E0EA3-E1D2-46D2-8140-5D2A07001992}" destId="{1FA6412E-D274-4991-B572-FBE59CB55949}" srcOrd="1" destOrd="0" presId="urn:microsoft.com/office/officeart/2005/8/layout/list1"/>
    <dgm:cxn modelId="{6F3F61D4-E0F3-4DF7-A2A6-990A9BE343CA}" type="presParOf" srcId="{66D8BFAB-C439-4332-AAB5-5186DAE16E98}" destId="{E517B897-CA4E-48C4-9044-BCB0B8F19F80}" srcOrd="0" destOrd="0" presId="urn:microsoft.com/office/officeart/2005/8/layout/list1"/>
    <dgm:cxn modelId="{86347779-917C-466F-9329-84CD289785D1}" type="presParOf" srcId="{E517B897-CA4E-48C4-9044-BCB0B8F19F80}" destId="{F659CBF4-38D4-4D73-B87A-C0DD419342E5}" srcOrd="0" destOrd="0" presId="urn:microsoft.com/office/officeart/2005/8/layout/list1"/>
    <dgm:cxn modelId="{45E907B8-D79F-49A8-9E97-D063D19DD2E4}" type="presParOf" srcId="{E517B897-CA4E-48C4-9044-BCB0B8F19F80}" destId="{77F59662-F47B-4012-AEDD-C4AB06FB0B4A}" srcOrd="1" destOrd="0" presId="urn:microsoft.com/office/officeart/2005/8/layout/list1"/>
    <dgm:cxn modelId="{768E8F2C-578A-41AF-AF1B-0434405B4D45}" type="presParOf" srcId="{66D8BFAB-C439-4332-AAB5-5186DAE16E98}" destId="{ED88E861-5AD9-4D7D-90B4-7A1931C6F66B}" srcOrd="1" destOrd="0" presId="urn:microsoft.com/office/officeart/2005/8/layout/list1"/>
    <dgm:cxn modelId="{F14E94DF-929C-402B-BE46-7EB61BB38AC8}" type="presParOf" srcId="{66D8BFAB-C439-4332-AAB5-5186DAE16E98}" destId="{03DEBD32-9B02-497E-9D67-A7BF81AF3A5A}" srcOrd="2" destOrd="0" presId="urn:microsoft.com/office/officeart/2005/8/layout/list1"/>
    <dgm:cxn modelId="{C6473890-C703-4506-87BF-A869E025A858}" type="presParOf" srcId="{66D8BFAB-C439-4332-AAB5-5186DAE16E98}" destId="{D4C4725E-4CA7-4735-ADA4-25B12A006C71}" srcOrd="3" destOrd="0" presId="urn:microsoft.com/office/officeart/2005/8/layout/list1"/>
    <dgm:cxn modelId="{27D5A01D-0C4E-43E4-A446-F1EB5387C3DD}" type="presParOf" srcId="{66D8BFAB-C439-4332-AAB5-5186DAE16E98}" destId="{628B59F8-344C-4887-99DD-068EDD317734}" srcOrd="4" destOrd="0" presId="urn:microsoft.com/office/officeart/2005/8/layout/list1"/>
    <dgm:cxn modelId="{8284D53A-1898-416C-8731-987A5FDCCB32}" type="presParOf" srcId="{628B59F8-344C-4887-99DD-068EDD317734}" destId="{241BB2A8-EA26-47C4-AE54-91D13FB9865A}" srcOrd="0" destOrd="0" presId="urn:microsoft.com/office/officeart/2005/8/layout/list1"/>
    <dgm:cxn modelId="{1191ACD2-2E62-45D5-A1CE-7F8AFD92D0D6}" type="presParOf" srcId="{628B59F8-344C-4887-99DD-068EDD317734}" destId="{1FA6412E-D274-4991-B572-FBE59CB55949}" srcOrd="1" destOrd="0" presId="urn:microsoft.com/office/officeart/2005/8/layout/list1"/>
    <dgm:cxn modelId="{C1A32D71-FE15-46CA-A90F-92DB427EFBAD}" type="presParOf" srcId="{66D8BFAB-C439-4332-AAB5-5186DAE16E98}" destId="{1C66207B-DC65-4301-9313-F1CB907F6EA5}" srcOrd="5" destOrd="0" presId="urn:microsoft.com/office/officeart/2005/8/layout/list1"/>
    <dgm:cxn modelId="{95FF8E2A-F34F-4E6C-B9DF-1D396A621466}" type="presParOf" srcId="{66D8BFAB-C439-4332-AAB5-5186DAE16E98}" destId="{B75DA6BE-4AFF-4A76-A6F9-E0F0C944BB0C}" srcOrd="6" destOrd="0" presId="urn:microsoft.com/office/officeart/2005/8/layout/list1"/>
    <dgm:cxn modelId="{8641A1B0-ED6C-4287-9479-7830AE058E1B}" type="presParOf" srcId="{66D8BFAB-C439-4332-AAB5-5186DAE16E98}" destId="{31330BB3-FD6E-48EF-B281-CA1E67445880}" srcOrd="7" destOrd="0" presId="urn:microsoft.com/office/officeart/2005/8/layout/list1"/>
    <dgm:cxn modelId="{E35C1B97-06AD-4A6C-B1CF-1CB0C1695EA7}" type="presParOf" srcId="{66D8BFAB-C439-4332-AAB5-5186DAE16E98}" destId="{D1F87FCE-14EC-45B9-9654-137AB1865A51}" srcOrd="8" destOrd="0" presId="urn:microsoft.com/office/officeart/2005/8/layout/list1"/>
    <dgm:cxn modelId="{416E3516-82AE-41BC-94EC-63A894AEED9A}" type="presParOf" srcId="{D1F87FCE-14EC-45B9-9654-137AB1865A51}" destId="{ECC7A61D-D1B9-4974-9D71-25BFDB2A2F92}" srcOrd="0" destOrd="0" presId="urn:microsoft.com/office/officeart/2005/8/layout/list1"/>
    <dgm:cxn modelId="{5184F0A7-C10C-4F9B-8754-817EE14C1DC0}" type="presParOf" srcId="{D1F87FCE-14EC-45B9-9654-137AB1865A51}" destId="{6F81BF8A-9D11-48C7-ACED-380D139B1993}" srcOrd="1" destOrd="0" presId="urn:microsoft.com/office/officeart/2005/8/layout/list1"/>
    <dgm:cxn modelId="{2E619BA9-C29A-476E-BF53-2909A3233796}" type="presParOf" srcId="{66D8BFAB-C439-4332-AAB5-5186DAE16E98}" destId="{EBF48A90-234C-44D6-B4FE-67DE2F5E00B8}" srcOrd="9" destOrd="0" presId="urn:microsoft.com/office/officeart/2005/8/layout/list1"/>
    <dgm:cxn modelId="{9D026862-348B-41E9-B8A3-453A62640075}" type="presParOf" srcId="{66D8BFAB-C439-4332-AAB5-5186DAE16E98}" destId="{85F4509B-44B0-436E-ADAC-72F471AC194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E43A4F7-08CB-4B1E-9387-7EE718E7FB77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0B27D60-DEE9-4368-A240-283D49F614B6}">
      <dgm:prSet phldrT="[Text]" phldr="0"/>
      <dgm:spPr/>
      <dgm:t>
        <a:bodyPr/>
        <a:lstStyle/>
        <a:p>
          <a:r>
            <a:rPr lang="en-US" dirty="0"/>
            <a:t>Cost-efficient and time-saving</a:t>
          </a:r>
        </a:p>
      </dgm:t>
    </dgm:pt>
    <dgm:pt modelId="{5E99E1CB-7BBA-4CFA-B4E9-870E2A3DB047}" type="parTrans" cxnId="{B2EC29B0-AB90-44F4-AAFE-5B81C1786469}">
      <dgm:prSet/>
      <dgm:spPr/>
      <dgm:t>
        <a:bodyPr/>
        <a:lstStyle/>
        <a:p>
          <a:endParaRPr lang="en-US"/>
        </a:p>
      </dgm:t>
    </dgm:pt>
    <dgm:pt modelId="{C5915A87-E53F-45A8-A3D1-CEB5950FDE7D}" type="sibTrans" cxnId="{B2EC29B0-AB90-44F4-AAFE-5B81C1786469}">
      <dgm:prSet/>
      <dgm:spPr/>
      <dgm:t>
        <a:bodyPr/>
        <a:lstStyle/>
        <a:p>
          <a:endParaRPr lang="en-US"/>
        </a:p>
      </dgm:t>
    </dgm:pt>
    <dgm:pt modelId="{6AD43842-CC20-49F4-B88E-46B1960ED7B3}">
      <dgm:prSet phldrT="[Text]" phldr="0"/>
      <dgm:spPr/>
      <dgm:t>
        <a:bodyPr/>
        <a:lstStyle/>
        <a:p>
          <a:r>
            <a:rPr lang="en-US" dirty="0"/>
            <a:t>Learning without boundaries</a:t>
          </a:r>
        </a:p>
      </dgm:t>
    </dgm:pt>
    <dgm:pt modelId="{8CBA3AE4-0049-4916-98FC-32BF9231EF0A}" type="parTrans" cxnId="{F4DD3AB4-812B-4005-A56E-AEC68437BB8C}">
      <dgm:prSet/>
      <dgm:spPr/>
      <dgm:t>
        <a:bodyPr/>
        <a:lstStyle/>
        <a:p>
          <a:endParaRPr lang="en-US"/>
        </a:p>
      </dgm:t>
    </dgm:pt>
    <dgm:pt modelId="{7AB7EF4F-4683-423C-AE64-E14C585DFECC}" type="sibTrans" cxnId="{F4DD3AB4-812B-4005-A56E-AEC68437BB8C}">
      <dgm:prSet/>
      <dgm:spPr/>
      <dgm:t>
        <a:bodyPr/>
        <a:lstStyle/>
        <a:p>
          <a:endParaRPr lang="en-US"/>
        </a:p>
      </dgm:t>
    </dgm:pt>
    <dgm:pt modelId="{4BCEA7D4-FE79-4D59-8E9F-AE2E7BEB1D7D}">
      <dgm:prSet phldrT="[Text]" phldr="0"/>
      <dgm:spPr/>
      <dgm:t>
        <a:bodyPr/>
        <a:lstStyle/>
        <a:p>
          <a:r>
            <a:rPr lang="en-US" dirty="0"/>
            <a:t>Promotes digital skill growth</a:t>
          </a:r>
        </a:p>
      </dgm:t>
    </dgm:pt>
    <dgm:pt modelId="{8210347E-5617-4B1B-9DAA-97E88705F8FF}" type="parTrans" cxnId="{318403F6-D88C-4FA0-A18F-BFE6956E2E9D}">
      <dgm:prSet/>
      <dgm:spPr/>
      <dgm:t>
        <a:bodyPr/>
        <a:lstStyle/>
        <a:p>
          <a:endParaRPr lang="en-US"/>
        </a:p>
      </dgm:t>
    </dgm:pt>
    <dgm:pt modelId="{6653A83E-EB55-49E7-8DD9-3B24650C2450}" type="sibTrans" cxnId="{318403F6-D88C-4FA0-A18F-BFE6956E2E9D}">
      <dgm:prSet/>
      <dgm:spPr/>
      <dgm:t>
        <a:bodyPr/>
        <a:lstStyle/>
        <a:p>
          <a:endParaRPr lang="en-US"/>
        </a:p>
      </dgm:t>
    </dgm:pt>
    <dgm:pt modelId="{76FBB7EA-84AA-4098-838C-8A7C06732F47}">
      <dgm:prSet phldrT="[Text]" phldr="0"/>
      <dgm:spPr/>
      <dgm:t>
        <a:bodyPr/>
        <a:lstStyle/>
        <a:p>
          <a:r>
            <a:rPr lang="en-US" dirty="0"/>
            <a:t>Supports remote education</a:t>
          </a:r>
        </a:p>
      </dgm:t>
    </dgm:pt>
    <dgm:pt modelId="{CF90BC19-71CE-4605-BF03-245640DA2514}" type="parTrans" cxnId="{17ADD598-6593-4C47-A949-FA4FA1D14186}">
      <dgm:prSet/>
      <dgm:spPr/>
      <dgm:t>
        <a:bodyPr/>
        <a:lstStyle/>
        <a:p>
          <a:endParaRPr lang="en-US"/>
        </a:p>
      </dgm:t>
    </dgm:pt>
    <dgm:pt modelId="{6931D819-E6D5-406A-A94F-969E4559BAB9}" type="sibTrans" cxnId="{17ADD598-6593-4C47-A949-FA4FA1D14186}">
      <dgm:prSet/>
      <dgm:spPr/>
      <dgm:t>
        <a:bodyPr/>
        <a:lstStyle/>
        <a:p>
          <a:endParaRPr lang="en-US"/>
        </a:p>
      </dgm:t>
    </dgm:pt>
    <dgm:pt modelId="{9E52DCDF-0C7F-4DEC-B3A6-EF74CB5F2305}" type="pres">
      <dgm:prSet presAssocID="{7E43A4F7-08CB-4B1E-9387-7EE718E7FB77}" presName="diagram" presStyleCnt="0">
        <dgm:presLayoutVars>
          <dgm:dir/>
          <dgm:resizeHandles val="exact"/>
        </dgm:presLayoutVars>
      </dgm:prSet>
      <dgm:spPr/>
    </dgm:pt>
    <dgm:pt modelId="{E2B39FFD-0399-4EA0-A51D-62349F08CEF3}" type="pres">
      <dgm:prSet presAssocID="{60B27D60-DEE9-4368-A240-283D49F614B6}" presName="node" presStyleLbl="node1" presStyleIdx="0" presStyleCnt="4" custScaleY="74429">
        <dgm:presLayoutVars>
          <dgm:bulletEnabled val="1"/>
        </dgm:presLayoutVars>
      </dgm:prSet>
      <dgm:spPr/>
    </dgm:pt>
    <dgm:pt modelId="{88233F3C-B24B-48DB-A977-A8731CCEBF1F}" type="pres">
      <dgm:prSet presAssocID="{C5915A87-E53F-45A8-A3D1-CEB5950FDE7D}" presName="sibTrans" presStyleCnt="0"/>
      <dgm:spPr/>
    </dgm:pt>
    <dgm:pt modelId="{E8BD25C9-6536-4E22-B73E-82B13FCDF30F}" type="pres">
      <dgm:prSet presAssocID="{6AD43842-CC20-49F4-B88E-46B1960ED7B3}" presName="node" presStyleLbl="node1" presStyleIdx="1" presStyleCnt="4" custScaleY="74470">
        <dgm:presLayoutVars>
          <dgm:bulletEnabled val="1"/>
        </dgm:presLayoutVars>
      </dgm:prSet>
      <dgm:spPr/>
    </dgm:pt>
    <dgm:pt modelId="{B05DD78F-F0E8-4CAA-88F5-CF419603146B}" type="pres">
      <dgm:prSet presAssocID="{7AB7EF4F-4683-423C-AE64-E14C585DFECC}" presName="sibTrans" presStyleCnt="0"/>
      <dgm:spPr/>
    </dgm:pt>
    <dgm:pt modelId="{C0E49107-028E-42B0-89DC-9326CD8B587E}" type="pres">
      <dgm:prSet presAssocID="{4BCEA7D4-FE79-4D59-8E9F-AE2E7BEB1D7D}" presName="node" presStyleLbl="node1" presStyleIdx="2" presStyleCnt="4" custScaleY="82954">
        <dgm:presLayoutVars>
          <dgm:bulletEnabled val="1"/>
        </dgm:presLayoutVars>
      </dgm:prSet>
      <dgm:spPr/>
    </dgm:pt>
    <dgm:pt modelId="{5B21D5CA-9CFA-4B08-A34D-F3F7492925B9}" type="pres">
      <dgm:prSet presAssocID="{6653A83E-EB55-49E7-8DD9-3B24650C2450}" presName="sibTrans" presStyleCnt="0"/>
      <dgm:spPr/>
    </dgm:pt>
    <dgm:pt modelId="{89AA6BDB-A95A-4FDC-8A5C-AC387CEFB74C}" type="pres">
      <dgm:prSet presAssocID="{76FBB7EA-84AA-4098-838C-8A7C06732F47}" presName="node" presStyleLbl="node1" presStyleIdx="3" presStyleCnt="4" custScaleY="85606">
        <dgm:presLayoutVars>
          <dgm:bulletEnabled val="1"/>
        </dgm:presLayoutVars>
      </dgm:prSet>
      <dgm:spPr/>
    </dgm:pt>
  </dgm:ptLst>
  <dgm:cxnLst>
    <dgm:cxn modelId="{F1922B2D-0DCD-4C47-B018-6F0D7295DA1B}" type="presOf" srcId="{60B27D60-DEE9-4368-A240-283D49F614B6}" destId="{E2B39FFD-0399-4EA0-A51D-62349F08CEF3}" srcOrd="0" destOrd="0" presId="urn:microsoft.com/office/officeart/2005/8/layout/default"/>
    <dgm:cxn modelId="{093EC540-1119-47D9-A8DB-88D6BD8E2D25}" type="presOf" srcId="{76FBB7EA-84AA-4098-838C-8A7C06732F47}" destId="{89AA6BDB-A95A-4FDC-8A5C-AC387CEFB74C}" srcOrd="0" destOrd="0" presId="urn:microsoft.com/office/officeart/2005/8/layout/default"/>
    <dgm:cxn modelId="{6D15F579-193D-4603-95EF-4A1B9DC0CA36}" type="presOf" srcId="{4BCEA7D4-FE79-4D59-8E9F-AE2E7BEB1D7D}" destId="{C0E49107-028E-42B0-89DC-9326CD8B587E}" srcOrd="0" destOrd="0" presId="urn:microsoft.com/office/officeart/2005/8/layout/default"/>
    <dgm:cxn modelId="{17ADD598-6593-4C47-A949-FA4FA1D14186}" srcId="{7E43A4F7-08CB-4B1E-9387-7EE718E7FB77}" destId="{76FBB7EA-84AA-4098-838C-8A7C06732F47}" srcOrd="3" destOrd="0" parTransId="{CF90BC19-71CE-4605-BF03-245640DA2514}" sibTransId="{6931D819-E6D5-406A-A94F-969E4559BAB9}"/>
    <dgm:cxn modelId="{B2EC29B0-AB90-44F4-AAFE-5B81C1786469}" srcId="{7E43A4F7-08CB-4B1E-9387-7EE718E7FB77}" destId="{60B27D60-DEE9-4368-A240-283D49F614B6}" srcOrd="0" destOrd="0" parTransId="{5E99E1CB-7BBA-4CFA-B4E9-870E2A3DB047}" sibTransId="{C5915A87-E53F-45A8-A3D1-CEB5950FDE7D}"/>
    <dgm:cxn modelId="{F4DD3AB4-812B-4005-A56E-AEC68437BB8C}" srcId="{7E43A4F7-08CB-4B1E-9387-7EE718E7FB77}" destId="{6AD43842-CC20-49F4-B88E-46B1960ED7B3}" srcOrd="1" destOrd="0" parTransId="{8CBA3AE4-0049-4916-98FC-32BF9231EF0A}" sibTransId="{7AB7EF4F-4683-423C-AE64-E14C585DFECC}"/>
    <dgm:cxn modelId="{DDB94DE8-9387-4DF3-8B94-D406CA715FE1}" type="presOf" srcId="{7E43A4F7-08CB-4B1E-9387-7EE718E7FB77}" destId="{9E52DCDF-0C7F-4DEC-B3A6-EF74CB5F2305}" srcOrd="0" destOrd="0" presId="urn:microsoft.com/office/officeart/2005/8/layout/default"/>
    <dgm:cxn modelId="{318403F6-D88C-4FA0-A18F-BFE6956E2E9D}" srcId="{7E43A4F7-08CB-4B1E-9387-7EE718E7FB77}" destId="{4BCEA7D4-FE79-4D59-8E9F-AE2E7BEB1D7D}" srcOrd="2" destOrd="0" parTransId="{8210347E-5617-4B1B-9DAA-97E88705F8FF}" sibTransId="{6653A83E-EB55-49E7-8DD9-3B24650C2450}"/>
    <dgm:cxn modelId="{382103FD-4ACF-47AF-BA9C-A55E43D1D349}" type="presOf" srcId="{6AD43842-CC20-49F4-B88E-46B1960ED7B3}" destId="{E8BD25C9-6536-4E22-B73E-82B13FCDF30F}" srcOrd="0" destOrd="0" presId="urn:microsoft.com/office/officeart/2005/8/layout/default"/>
    <dgm:cxn modelId="{6EC12A78-9529-454C-8D07-7E572959E6EB}" type="presParOf" srcId="{9E52DCDF-0C7F-4DEC-B3A6-EF74CB5F2305}" destId="{E2B39FFD-0399-4EA0-A51D-62349F08CEF3}" srcOrd="0" destOrd="0" presId="urn:microsoft.com/office/officeart/2005/8/layout/default"/>
    <dgm:cxn modelId="{D957C8F9-0BCD-4EA4-8F6E-853608E7C6BE}" type="presParOf" srcId="{9E52DCDF-0C7F-4DEC-B3A6-EF74CB5F2305}" destId="{88233F3C-B24B-48DB-A977-A8731CCEBF1F}" srcOrd="1" destOrd="0" presId="urn:microsoft.com/office/officeart/2005/8/layout/default"/>
    <dgm:cxn modelId="{0B4D6F57-2FD7-4952-8F37-B7F5BAE4A893}" type="presParOf" srcId="{9E52DCDF-0C7F-4DEC-B3A6-EF74CB5F2305}" destId="{E8BD25C9-6536-4E22-B73E-82B13FCDF30F}" srcOrd="2" destOrd="0" presId="urn:microsoft.com/office/officeart/2005/8/layout/default"/>
    <dgm:cxn modelId="{52B71D06-4CBA-4F1D-A0B4-C9CF218A1D98}" type="presParOf" srcId="{9E52DCDF-0C7F-4DEC-B3A6-EF74CB5F2305}" destId="{B05DD78F-F0E8-4CAA-88F5-CF419603146B}" srcOrd="3" destOrd="0" presId="urn:microsoft.com/office/officeart/2005/8/layout/default"/>
    <dgm:cxn modelId="{38F8698A-5D3D-49E1-B753-C75B9E7E4EA0}" type="presParOf" srcId="{9E52DCDF-0C7F-4DEC-B3A6-EF74CB5F2305}" destId="{C0E49107-028E-42B0-89DC-9326CD8B587E}" srcOrd="4" destOrd="0" presId="urn:microsoft.com/office/officeart/2005/8/layout/default"/>
    <dgm:cxn modelId="{1F4BFDA2-4323-4E38-94D8-15E1BCCBD52F}" type="presParOf" srcId="{9E52DCDF-0C7F-4DEC-B3A6-EF74CB5F2305}" destId="{5B21D5CA-9CFA-4B08-A34D-F3F7492925B9}" srcOrd="5" destOrd="0" presId="urn:microsoft.com/office/officeart/2005/8/layout/default"/>
    <dgm:cxn modelId="{06D04BD5-9183-4ABA-A264-057732663184}" type="presParOf" srcId="{9E52DCDF-0C7F-4DEC-B3A6-EF74CB5F2305}" destId="{89AA6BDB-A95A-4FDC-8A5C-AC387CEFB74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CD4CF6C-FF56-45B4-BAB3-C89B3767701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6FF1D5-3402-4F6C-8740-F3614B33C069}">
      <dgm:prSet phldrT="[Text]" phldr="0"/>
      <dgm:spPr/>
      <dgm:t>
        <a:bodyPr/>
        <a:lstStyle/>
        <a:p>
          <a:r>
            <a:rPr lang="en-US" dirty="0"/>
            <a:t>Smart system for modern learning</a:t>
          </a:r>
        </a:p>
      </dgm:t>
    </dgm:pt>
    <dgm:pt modelId="{4881F4B5-CF6D-42CD-AC6C-79C4B32659B6}" type="parTrans" cxnId="{9BD7A2D2-B55A-4DEA-B9DF-22731DAFB969}">
      <dgm:prSet/>
      <dgm:spPr/>
      <dgm:t>
        <a:bodyPr/>
        <a:lstStyle/>
        <a:p>
          <a:endParaRPr lang="en-US"/>
        </a:p>
      </dgm:t>
    </dgm:pt>
    <dgm:pt modelId="{4E447858-8317-4A7E-A480-717F13E7589D}" type="sibTrans" cxnId="{9BD7A2D2-B55A-4DEA-B9DF-22731DAFB969}">
      <dgm:prSet/>
      <dgm:spPr/>
      <dgm:t>
        <a:bodyPr/>
        <a:lstStyle/>
        <a:p>
          <a:endParaRPr lang="en-US"/>
        </a:p>
      </dgm:t>
    </dgm:pt>
    <dgm:pt modelId="{7D371B57-6188-401C-BC2F-9DDA906A93BB}">
      <dgm:prSet phldrT="[Text]" phldr="0"/>
      <dgm:spPr/>
      <dgm:t>
        <a:bodyPr/>
        <a:lstStyle/>
        <a:p>
          <a:r>
            <a:rPr lang="en-US" dirty="0"/>
            <a:t>Improve teaching efficiency</a:t>
          </a:r>
        </a:p>
      </dgm:t>
    </dgm:pt>
    <dgm:pt modelId="{F72860F2-EBF4-47D8-BC5D-3B520CD89EA4}" type="parTrans" cxnId="{BB1E7A20-9D24-47F7-BB93-785B39F92AC8}">
      <dgm:prSet/>
      <dgm:spPr/>
      <dgm:t>
        <a:bodyPr/>
        <a:lstStyle/>
        <a:p>
          <a:endParaRPr lang="en-US"/>
        </a:p>
      </dgm:t>
    </dgm:pt>
    <dgm:pt modelId="{268E05FD-E447-4DEF-8D80-9F7CB2A4CD4F}" type="sibTrans" cxnId="{BB1E7A20-9D24-47F7-BB93-785B39F92AC8}">
      <dgm:prSet/>
      <dgm:spPr/>
      <dgm:t>
        <a:bodyPr/>
        <a:lstStyle/>
        <a:p>
          <a:endParaRPr lang="en-US"/>
        </a:p>
      </dgm:t>
    </dgm:pt>
    <dgm:pt modelId="{6EBF703D-66A6-4704-A397-E29A183B2DC4}">
      <dgm:prSet phldrT="[Text]" phldr="0"/>
      <dgm:spPr/>
      <dgm:t>
        <a:bodyPr/>
        <a:lstStyle/>
        <a:p>
          <a:r>
            <a:rPr lang="en-US" dirty="0"/>
            <a:t>Better accessibility for everyone</a:t>
          </a:r>
        </a:p>
      </dgm:t>
    </dgm:pt>
    <dgm:pt modelId="{7DB694D6-9D7D-47AA-8346-1A3C14E4E0C8}" type="parTrans" cxnId="{F55FD746-ED66-4400-B6E5-F08EB7551D8B}">
      <dgm:prSet/>
      <dgm:spPr/>
      <dgm:t>
        <a:bodyPr/>
        <a:lstStyle/>
        <a:p>
          <a:endParaRPr lang="en-US"/>
        </a:p>
      </dgm:t>
    </dgm:pt>
    <dgm:pt modelId="{6215F27D-4521-400F-9933-80072C5B11DF}" type="sibTrans" cxnId="{F55FD746-ED66-4400-B6E5-F08EB7551D8B}">
      <dgm:prSet/>
      <dgm:spPr/>
      <dgm:t>
        <a:bodyPr/>
        <a:lstStyle/>
        <a:p>
          <a:endParaRPr lang="en-US"/>
        </a:p>
      </dgm:t>
    </dgm:pt>
    <dgm:pt modelId="{8D5C74AF-AFF6-4DC2-8D7D-221ED5553C8F}">
      <dgm:prSet phldrT="[Text]" phldr="0"/>
      <dgm:spPr/>
      <dgm:t>
        <a:bodyPr/>
        <a:lstStyle/>
        <a:p>
          <a:r>
            <a:rPr lang="en-US" dirty="0"/>
            <a:t>Save time &amp; reduces errors</a:t>
          </a:r>
        </a:p>
      </dgm:t>
    </dgm:pt>
    <dgm:pt modelId="{F9572AFC-4A5C-4B07-B71B-6FC74B42EA4B}" type="parTrans" cxnId="{6B01FF8D-4AD2-4C66-BBC3-A80093AB2258}">
      <dgm:prSet/>
      <dgm:spPr/>
      <dgm:t>
        <a:bodyPr/>
        <a:lstStyle/>
        <a:p>
          <a:endParaRPr lang="en-US"/>
        </a:p>
      </dgm:t>
    </dgm:pt>
    <dgm:pt modelId="{846ED368-35EE-4B59-9FE3-5D0338EA44E3}" type="sibTrans" cxnId="{6B01FF8D-4AD2-4C66-BBC3-A80093AB2258}">
      <dgm:prSet/>
      <dgm:spPr/>
      <dgm:t>
        <a:bodyPr/>
        <a:lstStyle/>
        <a:p>
          <a:endParaRPr lang="en-US"/>
        </a:p>
      </dgm:t>
    </dgm:pt>
    <dgm:pt modelId="{D8C15156-0866-4A8F-85CD-D3D10FFCE885}" type="pres">
      <dgm:prSet presAssocID="{3CD4CF6C-FF56-45B4-BAB3-C89B3767701B}" presName="linear" presStyleCnt="0">
        <dgm:presLayoutVars>
          <dgm:dir/>
          <dgm:animLvl val="lvl"/>
          <dgm:resizeHandles val="exact"/>
        </dgm:presLayoutVars>
      </dgm:prSet>
      <dgm:spPr/>
    </dgm:pt>
    <dgm:pt modelId="{94CC9007-2BA3-41D9-A92A-F07A296290C4}" type="pres">
      <dgm:prSet presAssocID="{A66FF1D5-3402-4F6C-8740-F3614B33C069}" presName="parentLin" presStyleCnt="0"/>
      <dgm:spPr/>
    </dgm:pt>
    <dgm:pt modelId="{7C1576EC-3A2A-4FC7-BA20-2536C61713D5}" type="pres">
      <dgm:prSet presAssocID="{A66FF1D5-3402-4F6C-8740-F3614B33C069}" presName="parentLeftMargin" presStyleLbl="node1" presStyleIdx="0" presStyleCnt="4"/>
      <dgm:spPr/>
    </dgm:pt>
    <dgm:pt modelId="{BB9A8E51-B2D0-48EC-BA3A-11BBA788F5CB}" type="pres">
      <dgm:prSet presAssocID="{A66FF1D5-3402-4F6C-8740-F3614B33C069}" presName="parentText" presStyleLbl="node1" presStyleIdx="0" presStyleCnt="4" custScaleY="170208" custLinFactNeighborX="13120">
        <dgm:presLayoutVars>
          <dgm:chMax val="0"/>
          <dgm:bulletEnabled val="1"/>
        </dgm:presLayoutVars>
      </dgm:prSet>
      <dgm:spPr/>
    </dgm:pt>
    <dgm:pt modelId="{EBE757A5-C5CB-4E25-97D2-1C1CA5F4A534}" type="pres">
      <dgm:prSet presAssocID="{A66FF1D5-3402-4F6C-8740-F3614B33C069}" presName="negativeSpace" presStyleCnt="0"/>
      <dgm:spPr/>
    </dgm:pt>
    <dgm:pt modelId="{51304840-0490-47A3-A700-862474A8F9C7}" type="pres">
      <dgm:prSet presAssocID="{A66FF1D5-3402-4F6C-8740-F3614B33C069}" presName="childText" presStyleLbl="conFgAcc1" presStyleIdx="0" presStyleCnt="4">
        <dgm:presLayoutVars>
          <dgm:bulletEnabled val="1"/>
        </dgm:presLayoutVars>
      </dgm:prSet>
      <dgm:spPr/>
    </dgm:pt>
    <dgm:pt modelId="{E0B9CA4F-B234-455C-A745-FB5351D981BD}" type="pres">
      <dgm:prSet presAssocID="{4E447858-8317-4A7E-A480-717F13E7589D}" presName="spaceBetweenRectangles" presStyleCnt="0"/>
      <dgm:spPr/>
    </dgm:pt>
    <dgm:pt modelId="{F3785491-C044-4C10-B655-AC1AA0798064}" type="pres">
      <dgm:prSet presAssocID="{7D371B57-6188-401C-BC2F-9DDA906A93BB}" presName="parentLin" presStyleCnt="0"/>
      <dgm:spPr/>
    </dgm:pt>
    <dgm:pt modelId="{37BC11DB-E25B-492D-B738-DFB953E5D817}" type="pres">
      <dgm:prSet presAssocID="{7D371B57-6188-401C-BC2F-9DDA906A93BB}" presName="parentLeftMargin" presStyleLbl="node1" presStyleIdx="0" presStyleCnt="4"/>
      <dgm:spPr/>
    </dgm:pt>
    <dgm:pt modelId="{C61450B8-889B-46D8-9077-D24114F84F7B}" type="pres">
      <dgm:prSet presAssocID="{7D371B57-6188-401C-BC2F-9DDA906A93BB}" presName="parentText" presStyleLbl="node1" presStyleIdx="1" presStyleCnt="4" custScaleY="181480">
        <dgm:presLayoutVars>
          <dgm:chMax val="0"/>
          <dgm:bulletEnabled val="1"/>
        </dgm:presLayoutVars>
      </dgm:prSet>
      <dgm:spPr/>
    </dgm:pt>
    <dgm:pt modelId="{1FA2155E-6F1F-45E1-9FA7-0F838E7CAC6C}" type="pres">
      <dgm:prSet presAssocID="{7D371B57-6188-401C-BC2F-9DDA906A93BB}" presName="negativeSpace" presStyleCnt="0"/>
      <dgm:spPr/>
    </dgm:pt>
    <dgm:pt modelId="{3397A8C5-86BC-43A2-9DA6-CE5E7CDF6A0A}" type="pres">
      <dgm:prSet presAssocID="{7D371B57-6188-401C-BC2F-9DDA906A93BB}" presName="childText" presStyleLbl="conFgAcc1" presStyleIdx="1" presStyleCnt="4" custLinFactNeighborX="1437" custLinFactNeighborY="-21300">
        <dgm:presLayoutVars>
          <dgm:bulletEnabled val="1"/>
        </dgm:presLayoutVars>
      </dgm:prSet>
      <dgm:spPr/>
    </dgm:pt>
    <dgm:pt modelId="{67F6CBF9-8ABC-46C5-BB8E-31F11272BD9F}" type="pres">
      <dgm:prSet presAssocID="{268E05FD-E447-4DEF-8D80-9F7CB2A4CD4F}" presName="spaceBetweenRectangles" presStyleCnt="0"/>
      <dgm:spPr/>
    </dgm:pt>
    <dgm:pt modelId="{A6CA2F6A-DB0D-4269-B2AC-E8B288F72637}" type="pres">
      <dgm:prSet presAssocID="{6EBF703D-66A6-4704-A397-E29A183B2DC4}" presName="parentLin" presStyleCnt="0"/>
      <dgm:spPr/>
    </dgm:pt>
    <dgm:pt modelId="{15F54B15-6770-4A7D-81CF-D25FF1C8A0CF}" type="pres">
      <dgm:prSet presAssocID="{6EBF703D-66A6-4704-A397-E29A183B2DC4}" presName="parentLeftMargin" presStyleLbl="node1" presStyleIdx="1" presStyleCnt="4"/>
      <dgm:spPr/>
    </dgm:pt>
    <dgm:pt modelId="{859D5204-5992-4051-9CE0-040CDDDC5E7D}" type="pres">
      <dgm:prSet presAssocID="{6EBF703D-66A6-4704-A397-E29A183B2DC4}" presName="parentText" presStyleLbl="node1" presStyleIdx="2" presStyleCnt="4" custScaleX="101003" custScaleY="188440">
        <dgm:presLayoutVars>
          <dgm:chMax val="0"/>
          <dgm:bulletEnabled val="1"/>
        </dgm:presLayoutVars>
      </dgm:prSet>
      <dgm:spPr/>
    </dgm:pt>
    <dgm:pt modelId="{15E81DF9-E716-453B-B549-A734903B1141}" type="pres">
      <dgm:prSet presAssocID="{6EBF703D-66A6-4704-A397-E29A183B2DC4}" presName="negativeSpace" presStyleCnt="0"/>
      <dgm:spPr/>
    </dgm:pt>
    <dgm:pt modelId="{B7B2AC1D-46C0-49D9-98BA-694BDB20BF87}" type="pres">
      <dgm:prSet presAssocID="{6EBF703D-66A6-4704-A397-E29A183B2DC4}" presName="childText" presStyleLbl="conFgAcc1" presStyleIdx="2" presStyleCnt="4">
        <dgm:presLayoutVars>
          <dgm:bulletEnabled val="1"/>
        </dgm:presLayoutVars>
      </dgm:prSet>
      <dgm:spPr/>
    </dgm:pt>
    <dgm:pt modelId="{5578EDD2-4B90-482A-8806-720A4BA9A89E}" type="pres">
      <dgm:prSet presAssocID="{6215F27D-4521-400F-9933-80072C5B11DF}" presName="spaceBetweenRectangles" presStyleCnt="0"/>
      <dgm:spPr/>
    </dgm:pt>
    <dgm:pt modelId="{6181C62C-325E-4F64-8D2F-2EAC17BF249D}" type="pres">
      <dgm:prSet presAssocID="{8D5C74AF-AFF6-4DC2-8D7D-221ED5553C8F}" presName="parentLin" presStyleCnt="0"/>
      <dgm:spPr/>
    </dgm:pt>
    <dgm:pt modelId="{08099DEA-C233-47FC-8EDD-CE238E83362E}" type="pres">
      <dgm:prSet presAssocID="{8D5C74AF-AFF6-4DC2-8D7D-221ED5553C8F}" presName="parentLeftMargin" presStyleLbl="node1" presStyleIdx="2" presStyleCnt="4"/>
      <dgm:spPr/>
    </dgm:pt>
    <dgm:pt modelId="{F089B390-9E01-4BE3-B152-DA26E44DAC07}" type="pres">
      <dgm:prSet presAssocID="{8D5C74AF-AFF6-4DC2-8D7D-221ED5553C8F}" presName="parentText" presStyleLbl="node1" presStyleIdx="3" presStyleCnt="4" custScaleY="161693">
        <dgm:presLayoutVars>
          <dgm:chMax val="0"/>
          <dgm:bulletEnabled val="1"/>
        </dgm:presLayoutVars>
      </dgm:prSet>
      <dgm:spPr/>
    </dgm:pt>
    <dgm:pt modelId="{3FA36AF9-FA5A-4BA8-A663-28C7BC3C394C}" type="pres">
      <dgm:prSet presAssocID="{8D5C74AF-AFF6-4DC2-8D7D-221ED5553C8F}" presName="negativeSpace" presStyleCnt="0"/>
      <dgm:spPr/>
    </dgm:pt>
    <dgm:pt modelId="{D4567933-01C8-4F0F-8443-E15118128AF5}" type="pres">
      <dgm:prSet presAssocID="{8D5C74AF-AFF6-4DC2-8D7D-221ED5553C8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B1E7A20-9D24-47F7-BB93-785B39F92AC8}" srcId="{3CD4CF6C-FF56-45B4-BAB3-C89B3767701B}" destId="{7D371B57-6188-401C-BC2F-9DDA906A93BB}" srcOrd="1" destOrd="0" parTransId="{F72860F2-EBF4-47D8-BC5D-3B520CD89EA4}" sibTransId="{268E05FD-E447-4DEF-8D80-9F7CB2A4CD4F}"/>
    <dgm:cxn modelId="{304B7533-0A75-4DC7-9F20-36F5BF4A7EC5}" type="presOf" srcId="{6EBF703D-66A6-4704-A397-E29A183B2DC4}" destId="{15F54B15-6770-4A7D-81CF-D25FF1C8A0CF}" srcOrd="0" destOrd="0" presId="urn:microsoft.com/office/officeart/2005/8/layout/list1"/>
    <dgm:cxn modelId="{B21D3F36-EC11-4AE0-9F6B-B5BA0B282FCF}" type="presOf" srcId="{A66FF1D5-3402-4F6C-8740-F3614B33C069}" destId="{7C1576EC-3A2A-4FC7-BA20-2536C61713D5}" srcOrd="0" destOrd="0" presId="urn:microsoft.com/office/officeart/2005/8/layout/list1"/>
    <dgm:cxn modelId="{8ED05136-404E-413E-BBFF-29E066D35EE5}" type="presOf" srcId="{8D5C74AF-AFF6-4DC2-8D7D-221ED5553C8F}" destId="{08099DEA-C233-47FC-8EDD-CE238E83362E}" srcOrd="0" destOrd="0" presId="urn:microsoft.com/office/officeart/2005/8/layout/list1"/>
    <dgm:cxn modelId="{F55FD746-ED66-4400-B6E5-F08EB7551D8B}" srcId="{3CD4CF6C-FF56-45B4-BAB3-C89B3767701B}" destId="{6EBF703D-66A6-4704-A397-E29A183B2DC4}" srcOrd="2" destOrd="0" parTransId="{7DB694D6-9D7D-47AA-8346-1A3C14E4E0C8}" sibTransId="{6215F27D-4521-400F-9933-80072C5B11DF}"/>
    <dgm:cxn modelId="{B36A4C69-42F3-45D6-8EAC-CD013EE284E9}" type="presOf" srcId="{6EBF703D-66A6-4704-A397-E29A183B2DC4}" destId="{859D5204-5992-4051-9CE0-040CDDDC5E7D}" srcOrd="1" destOrd="0" presId="urn:microsoft.com/office/officeart/2005/8/layout/list1"/>
    <dgm:cxn modelId="{4D435170-0BF7-4260-AF4B-214F0AD7053C}" type="presOf" srcId="{7D371B57-6188-401C-BC2F-9DDA906A93BB}" destId="{C61450B8-889B-46D8-9077-D24114F84F7B}" srcOrd="1" destOrd="0" presId="urn:microsoft.com/office/officeart/2005/8/layout/list1"/>
    <dgm:cxn modelId="{24267277-97A8-4825-B71A-CF806137D835}" type="presOf" srcId="{8D5C74AF-AFF6-4DC2-8D7D-221ED5553C8F}" destId="{F089B390-9E01-4BE3-B152-DA26E44DAC07}" srcOrd="1" destOrd="0" presId="urn:microsoft.com/office/officeart/2005/8/layout/list1"/>
    <dgm:cxn modelId="{6B01FF8D-4AD2-4C66-BBC3-A80093AB2258}" srcId="{3CD4CF6C-FF56-45B4-BAB3-C89B3767701B}" destId="{8D5C74AF-AFF6-4DC2-8D7D-221ED5553C8F}" srcOrd="3" destOrd="0" parTransId="{F9572AFC-4A5C-4B07-B71B-6FC74B42EA4B}" sibTransId="{846ED368-35EE-4B59-9FE3-5D0338EA44E3}"/>
    <dgm:cxn modelId="{5F48E6BA-05B3-46F3-98F8-4749E3825FAF}" type="presOf" srcId="{7D371B57-6188-401C-BC2F-9DDA906A93BB}" destId="{37BC11DB-E25B-492D-B738-DFB953E5D817}" srcOrd="0" destOrd="0" presId="urn:microsoft.com/office/officeart/2005/8/layout/list1"/>
    <dgm:cxn modelId="{61E439C6-38C7-488F-8BF4-080E620BB0EA}" type="presOf" srcId="{3CD4CF6C-FF56-45B4-BAB3-C89B3767701B}" destId="{D8C15156-0866-4A8F-85CD-D3D10FFCE885}" srcOrd="0" destOrd="0" presId="urn:microsoft.com/office/officeart/2005/8/layout/list1"/>
    <dgm:cxn modelId="{9BD7A2D2-B55A-4DEA-B9DF-22731DAFB969}" srcId="{3CD4CF6C-FF56-45B4-BAB3-C89B3767701B}" destId="{A66FF1D5-3402-4F6C-8740-F3614B33C069}" srcOrd="0" destOrd="0" parTransId="{4881F4B5-CF6D-42CD-AC6C-79C4B32659B6}" sibTransId="{4E447858-8317-4A7E-A480-717F13E7589D}"/>
    <dgm:cxn modelId="{A082F9F2-695C-4986-89B0-C0CC2C1F6A7F}" type="presOf" srcId="{A66FF1D5-3402-4F6C-8740-F3614B33C069}" destId="{BB9A8E51-B2D0-48EC-BA3A-11BBA788F5CB}" srcOrd="1" destOrd="0" presId="urn:microsoft.com/office/officeart/2005/8/layout/list1"/>
    <dgm:cxn modelId="{CAFCD184-97B2-4E2E-9BC1-585B7B58877E}" type="presParOf" srcId="{D8C15156-0866-4A8F-85CD-D3D10FFCE885}" destId="{94CC9007-2BA3-41D9-A92A-F07A296290C4}" srcOrd="0" destOrd="0" presId="urn:microsoft.com/office/officeart/2005/8/layout/list1"/>
    <dgm:cxn modelId="{74ED9AD0-1941-4A9F-A4E5-7F4BBD329E67}" type="presParOf" srcId="{94CC9007-2BA3-41D9-A92A-F07A296290C4}" destId="{7C1576EC-3A2A-4FC7-BA20-2536C61713D5}" srcOrd="0" destOrd="0" presId="urn:microsoft.com/office/officeart/2005/8/layout/list1"/>
    <dgm:cxn modelId="{38B8190C-53FD-4763-9E1A-F7E4BD027B9A}" type="presParOf" srcId="{94CC9007-2BA3-41D9-A92A-F07A296290C4}" destId="{BB9A8E51-B2D0-48EC-BA3A-11BBA788F5CB}" srcOrd="1" destOrd="0" presId="urn:microsoft.com/office/officeart/2005/8/layout/list1"/>
    <dgm:cxn modelId="{AFE43031-D93F-47DE-80B1-57922FBC0B13}" type="presParOf" srcId="{D8C15156-0866-4A8F-85CD-D3D10FFCE885}" destId="{EBE757A5-C5CB-4E25-97D2-1C1CA5F4A534}" srcOrd="1" destOrd="0" presId="urn:microsoft.com/office/officeart/2005/8/layout/list1"/>
    <dgm:cxn modelId="{FC96269C-70AA-4049-B6FB-30D4530AA502}" type="presParOf" srcId="{D8C15156-0866-4A8F-85CD-D3D10FFCE885}" destId="{51304840-0490-47A3-A700-862474A8F9C7}" srcOrd="2" destOrd="0" presId="urn:microsoft.com/office/officeart/2005/8/layout/list1"/>
    <dgm:cxn modelId="{80F10528-24AA-4D0D-A5B7-6A46BB17A531}" type="presParOf" srcId="{D8C15156-0866-4A8F-85CD-D3D10FFCE885}" destId="{E0B9CA4F-B234-455C-A745-FB5351D981BD}" srcOrd="3" destOrd="0" presId="urn:microsoft.com/office/officeart/2005/8/layout/list1"/>
    <dgm:cxn modelId="{D5804462-C4DE-4097-AE04-F2EBEF0C13FB}" type="presParOf" srcId="{D8C15156-0866-4A8F-85CD-D3D10FFCE885}" destId="{F3785491-C044-4C10-B655-AC1AA0798064}" srcOrd="4" destOrd="0" presId="urn:microsoft.com/office/officeart/2005/8/layout/list1"/>
    <dgm:cxn modelId="{24128117-8C98-4194-B518-8B7959403E02}" type="presParOf" srcId="{F3785491-C044-4C10-B655-AC1AA0798064}" destId="{37BC11DB-E25B-492D-B738-DFB953E5D817}" srcOrd="0" destOrd="0" presId="urn:microsoft.com/office/officeart/2005/8/layout/list1"/>
    <dgm:cxn modelId="{C5C4076B-E8AF-4E5A-8BC0-4BF04AD71FA3}" type="presParOf" srcId="{F3785491-C044-4C10-B655-AC1AA0798064}" destId="{C61450B8-889B-46D8-9077-D24114F84F7B}" srcOrd="1" destOrd="0" presId="urn:microsoft.com/office/officeart/2005/8/layout/list1"/>
    <dgm:cxn modelId="{84FB6F5F-FEFF-4771-AE28-3994A5D08980}" type="presParOf" srcId="{D8C15156-0866-4A8F-85CD-D3D10FFCE885}" destId="{1FA2155E-6F1F-45E1-9FA7-0F838E7CAC6C}" srcOrd="5" destOrd="0" presId="urn:microsoft.com/office/officeart/2005/8/layout/list1"/>
    <dgm:cxn modelId="{57C3CFB4-19CC-4C7D-B503-106BDA840478}" type="presParOf" srcId="{D8C15156-0866-4A8F-85CD-D3D10FFCE885}" destId="{3397A8C5-86BC-43A2-9DA6-CE5E7CDF6A0A}" srcOrd="6" destOrd="0" presId="urn:microsoft.com/office/officeart/2005/8/layout/list1"/>
    <dgm:cxn modelId="{6ED6A5CC-A12B-4068-B5D4-340BFBFB637A}" type="presParOf" srcId="{D8C15156-0866-4A8F-85CD-D3D10FFCE885}" destId="{67F6CBF9-8ABC-46C5-BB8E-31F11272BD9F}" srcOrd="7" destOrd="0" presId="urn:microsoft.com/office/officeart/2005/8/layout/list1"/>
    <dgm:cxn modelId="{D6F47BD3-8414-42D8-A96D-3501FC51F4E7}" type="presParOf" srcId="{D8C15156-0866-4A8F-85CD-D3D10FFCE885}" destId="{A6CA2F6A-DB0D-4269-B2AC-E8B288F72637}" srcOrd="8" destOrd="0" presId="urn:microsoft.com/office/officeart/2005/8/layout/list1"/>
    <dgm:cxn modelId="{1CC40E59-3D73-4319-B6F7-B744ACB98E24}" type="presParOf" srcId="{A6CA2F6A-DB0D-4269-B2AC-E8B288F72637}" destId="{15F54B15-6770-4A7D-81CF-D25FF1C8A0CF}" srcOrd="0" destOrd="0" presId="urn:microsoft.com/office/officeart/2005/8/layout/list1"/>
    <dgm:cxn modelId="{CDB5488B-2BF5-4492-AE59-82A29F5365AD}" type="presParOf" srcId="{A6CA2F6A-DB0D-4269-B2AC-E8B288F72637}" destId="{859D5204-5992-4051-9CE0-040CDDDC5E7D}" srcOrd="1" destOrd="0" presId="urn:microsoft.com/office/officeart/2005/8/layout/list1"/>
    <dgm:cxn modelId="{2457297B-0378-4E70-A18F-13F1627628E3}" type="presParOf" srcId="{D8C15156-0866-4A8F-85CD-D3D10FFCE885}" destId="{15E81DF9-E716-453B-B549-A734903B1141}" srcOrd="9" destOrd="0" presId="urn:microsoft.com/office/officeart/2005/8/layout/list1"/>
    <dgm:cxn modelId="{138B23C1-3E4D-427C-B24F-B714CEA29DFC}" type="presParOf" srcId="{D8C15156-0866-4A8F-85CD-D3D10FFCE885}" destId="{B7B2AC1D-46C0-49D9-98BA-694BDB20BF87}" srcOrd="10" destOrd="0" presId="urn:microsoft.com/office/officeart/2005/8/layout/list1"/>
    <dgm:cxn modelId="{A471A473-CADE-4978-BBE4-5BD440BC3D6B}" type="presParOf" srcId="{D8C15156-0866-4A8F-85CD-D3D10FFCE885}" destId="{5578EDD2-4B90-482A-8806-720A4BA9A89E}" srcOrd="11" destOrd="0" presId="urn:microsoft.com/office/officeart/2005/8/layout/list1"/>
    <dgm:cxn modelId="{D31983C6-F75F-4005-8C99-66B5BEA297BF}" type="presParOf" srcId="{D8C15156-0866-4A8F-85CD-D3D10FFCE885}" destId="{6181C62C-325E-4F64-8D2F-2EAC17BF249D}" srcOrd="12" destOrd="0" presId="urn:microsoft.com/office/officeart/2005/8/layout/list1"/>
    <dgm:cxn modelId="{ED4E9CD3-DC80-4014-AF75-DA91532245D1}" type="presParOf" srcId="{6181C62C-325E-4F64-8D2F-2EAC17BF249D}" destId="{08099DEA-C233-47FC-8EDD-CE238E83362E}" srcOrd="0" destOrd="0" presId="urn:microsoft.com/office/officeart/2005/8/layout/list1"/>
    <dgm:cxn modelId="{4B7A2D1E-E2A1-4A87-9DA3-5E208B302D09}" type="presParOf" srcId="{6181C62C-325E-4F64-8D2F-2EAC17BF249D}" destId="{F089B390-9E01-4BE3-B152-DA26E44DAC07}" srcOrd="1" destOrd="0" presId="urn:microsoft.com/office/officeart/2005/8/layout/list1"/>
    <dgm:cxn modelId="{807241A8-1BA2-46BB-984B-F7BEFBB1FA9E}" type="presParOf" srcId="{D8C15156-0866-4A8F-85CD-D3D10FFCE885}" destId="{3FA36AF9-FA5A-4BA8-A663-28C7BC3C394C}" srcOrd="13" destOrd="0" presId="urn:microsoft.com/office/officeart/2005/8/layout/list1"/>
    <dgm:cxn modelId="{2D9204EC-AF73-479A-B54E-EAF8CD3EFC0A}" type="presParOf" srcId="{D8C15156-0866-4A8F-85CD-D3D10FFCE885}" destId="{D4567933-01C8-4F0F-8443-E15118128AF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EC63E-C663-4302-A8CF-CBA1C8FD7AC8}">
      <dsp:nvSpPr>
        <dsp:cNvPr id="0" name=""/>
        <dsp:cNvSpPr/>
      </dsp:nvSpPr>
      <dsp:spPr>
        <a:xfrm>
          <a:off x="0" y="616859"/>
          <a:ext cx="99822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A80D8-F7E5-4C40-9D9A-166A373E8FCD}">
      <dsp:nvSpPr>
        <dsp:cNvPr id="0" name=""/>
        <dsp:cNvSpPr/>
      </dsp:nvSpPr>
      <dsp:spPr>
        <a:xfrm>
          <a:off x="499110" y="129779"/>
          <a:ext cx="6987540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12" tIns="0" rIns="26411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Growing demand for E-learning</a:t>
          </a:r>
        </a:p>
      </dsp:txBody>
      <dsp:txXfrm>
        <a:off x="546665" y="177334"/>
        <a:ext cx="6892430" cy="879050"/>
      </dsp:txXfrm>
    </dsp:sp>
    <dsp:sp modelId="{8A18426D-0F59-405A-989A-8950E52D9639}">
      <dsp:nvSpPr>
        <dsp:cNvPr id="0" name=""/>
        <dsp:cNvSpPr/>
      </dsp:nvSpPr>
      <dsp:spPr>
        <a:xfrm>
          <a:off x="0" y="2113740"/>
          <a:ext cx="99822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3548044"/>
              <a:satOff val="1316"/>
              <a:lumOff val="-3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A4AC0-562E-411D-A6A3-BB0C24C30503}">
      <dsp:nvSpPr>
        <dsp:cNvPr id="0" name=""/>
        <dsp:cNvSpPr/>
      </dsp:nvSpPr>
      <dsp:spPr>
        <a:xfrm>
          <a:off x="499110" y="1626659"/>
          <a:ext cx="6987540" cy="974160"/>
        </a:xfrm>
        <a:prstGeom prst="roundRect">
          <a:avLst/>
        </a:prstGeom>
        <a:solidFill>
          <a:schemeClr val="accent2">
            <a:hueOff val="3548044"/>
            <a:satOff val="1316"/>
            <a:lumOff val="-3824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12" tIns="0" rIns="26411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Flexible learning from anywhere</a:t>
          </a:r>
        </a:p>
      </dsp:txBody>
      <dsp:txXfrm>
        <a:off x="546665" y="1674214"/>
        <a:ext cx="6892430" cy="879050"/>
      </dsp:txXfrm>
    </dsp:sp>
    <dsp:sp modelId="{2816FFD1-D972-4A7C-84B4-315E613A6039}">
      <dsp:nvSpPr>
        <dsp:cNvPr id="0" name=""/>
        <dsp:cNvSpPr/>
      </dsp:nvSpPr>
      <dsp:spPr>
        <a:xfrm>
          <a:off x="0" y="3610620"/>
          <a:ext cx="99822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7096088"/>
              <a:satOff val="2633"/>
              <a:lumOff val="-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B15BC-54AC-47C6-8273-7EA5B781D4E7}">
      <dsp:nvSpPr>
        <dsp:cNvPr id="0" name=""/>
        <dsp:cNvSpPr/>
      </dsp:nvSpPr>
      <dsp:spPr>
        <a:xfrm>
          <a:off x="499110" y="3123540"/>
          <a:ext cx="6987540" cy="974160"/>
        </a:xfrm>
        <a:prstGeom prst="roundRect">
          <a:avLst/>
        </a:prstGeom>
        <a:solidFill>
          <a:schemeClr val="accent2">
            <a:hueOff val="7096088"/>
            <a:satOff val="2633"/>
            <a:lumOff val="-7647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12" tIns="0" rIns="26411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Technology improving education</a:t>
          </a:r>
        </a:p>
      </dsp:txBody>
      <dsp:txXfrm>
        <a:off x="546665" y="3171095"/>
        <a:ext cx="689243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14B15-F8C6-4AA4-970F-32F7E5D6385A}">
      <dsp:nvSpPr>
        <dsp:cNvPr id="0" name=""/>
        <dsp:cNvSpPr/>
      </dsp:nvSpPr>
      <dsp:spPr>
        <a:xfrm>
          <a:off x="-5168961" y="-791784"/>
          <a:ext cx="6155568" cy="6155568"/>
        </a:xfrm>
        <a:prstGeom prst="blockArc">
          <a:avLst>
            <a:gd name="adj1" fmla="val 18900000"/>
            <a:gd name="adj2" fmla="val 2700000"/>
            <a:gd name="adj3" fmla="val 351"/>
          </a:avLst>
        </a:prstGeom>
        <a:noFill/>
        <a:ln w="48000" cap="flat" cmpd="thickThin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FDE5C-0172-4D03-B53E-5676525ADA75}">
      <dsp:nvSpPr>
        <dsp:cNvPr id="0" name=""/>
        <dsp:cNvSpPr/>
      </dsp:nvSpPr>
      <dsp:spPr>
        <a:xfrm>
          <a:off x="634593" y="457200"/>
          <a:ext cx="4217212" cy="914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580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One platform for all study needs</a:t>
          </a:r>
          <a:endParaRPr lang="en-US" sz="2600" kern="1200" dirty="0"/>
        </a:p>
      </dsp:txBody>
      <dsp:txXfrm>
        <a:off x="634593" y="457200"/>
        <a:ext cx="4217212" cy="914400"/>
      </dsp:txXfrm>
    </dsp:sp>
    <dsp:sp modelId="{5A4698CC-73A9-4937-B09E-ADD475606325}">
      <dsp:nvSpPr>
        <dsp:cNvPr id="0" name=""/>
        <dsp:cNvSpPr/>
      </dsp:nvSpPr>
      <dsp:spPr>
        <a:xfrm>
          <a:off x="92274" y="333173"/>
          <a:ext cx="1143000" cy="1143000"/>
        </a:xfrm>
        <a:prstGeom prst="ellipse">
          <a:avLst/>
        </a:prstGeom>
        <a:solidFill>
          <a:schemeClr val="dk1"/>
        </a:solidFill>
        <a:ln w="48000" cap="flat" cmpd="thickThin" algn="ctr">
          <a:solidFill>
            <a:schemeClr val="dk1">
              <a:shade val="15000"/>
            </a:schemeClr>
          </a:solidFill>
          <a:prstDash val="solid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</dsp:sp>
    <dsp:sp modelId="{03353D20-6A0A-4A30-878F-401627380099}">
      <dsp:nvSpPr>
        <dsp:cNvPr id="0" name=""/>
        <dsp:cNvSpPr/>
      </dsp:nvSpPr>
      <dsp:spPr>
        <a:xfrm>
          <a:off x="966978" y="1828800"/>
          <a:ext cx="3884828" cy="914400"/>
        </a:xfrm>
        <a:prstGeom prst="rect">
          <a:avLst/>
        </a:prstGeom>
        <a:solidFill>
          <a:schemeClr val="accent2">
            <a:hueOff val="3548044"/>
            <a:satOff val="1316"/>
            <a:lumOff val="-3824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580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Upload, learn, and communicate</a:t>
          </a:r>
          <a:endParaRPr lang="en-US" sz="2600" kern="1200" dirty="0"/>
        </a:p>
      </dsp:txBody>
      <dsp:txXfrm>
        <a:off x="966978" y="1828800"/>
        <a:ext cx="3884828" cy="914400"/>
      </dsp:txXfrm>
    </dsp:sp>
    <dsp:sp modelId="{C4B37AB7-83A0-4AFC-A1FF-E7B4FE5673E1}">
      <dsp:nvSpPr>
        <dsp:cNvPr id="0" name=""/>
        <dsp:cNvSpPr/>
      </dsp:nvSpPr>
      <dsp:spPr>
        <a:xfrm>
          <a:off x="395478" y="1714500"/>
          <a:ext cx="1143000" cy="1143000"/>
        </a:xfrm>
        <a:prstGeom prst="ellipse">
          <a:avLst/>
        </a:prstGeom>
        <a:solidFill>
          <a:schemeClr val="dk1"/>
        </a:solidFill>
        <a:ln w="48000" cap="flat" cmpd="thickThin" algn="ctr">
          <a:solidFill>
            <a:schemeClr val="dk1">
              <a:shade val="15000"/>
            </a:schemeClr>
          </a:solidFill>
          <a:prstDash val="solid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</dsp:sp>
    <dsp:sp modelId="{0F708C9C-336E-4869-9D17-7EBF84F89DDF}">
      <dsp:nvSpPr>
        <dsp:cNvPr id="0" name=""/>
        <dsp:cNvSpPr/>
      </dsp:nvSpPr>
      <dsp:spPr>
        <a:xfrm>
          <a:off x="634593" y="3200400"/>
          <a:ext cx="4217212" cy="914400"/>
        </a:xfrm>
        <a:prstGeom prst="rect">
          <a:avLst/>
        </a:prstGeom>
        <a:solidFill>
          <a:schemeClr val="accent2">
            <a:hueOff val="7096088"/>
            <a:satOff val="2633"/>
            <a:lumOff val="-7647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580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Designed for modern education</a:t>
          </a:r>
          <a:endParaRPr lang="en-US" sz="2600" kern="1200" dirty="0"/>
        </a:p>
      </dsp:txBody>
      <dsp:txXfrm>
        <a:off x="634593" y="3200400"/>
        <a:ext cx="4217212" cy="914400"/>
      </dsp:txXfrm>
    </dsp:sp>
    <dsp:sp modelId="{E9728436-D30A-463E-97A7-53EC3072E05F}">
      <dsp:nvSpPr>
        <dsp:cNvPr id="0" name=""/>
        <dsp:cNvSpPr/>
      </dsp:nvSpPr>
      <dsp:spPr>
        <a:xfrm>
          <a:off x="63093" y="3086100"/>
          <a:ext cx="1143000" cy="1143000"/>
        </a:xfrm>
        <a:prstGeom prst="ellipse">
          <a:avLst/>
        </a:prstGeom>
        <a:solidFill>
          <a:schemeClr val="dk1"/>
        </a:solidFill>
        <a:ln w="48000" cap="flat" cmpd="thickThin" algn="ctr">
          <a:solidFill>
            <a:schemeClr val="dk1">
              <a:shade val="15000"/>
            </a:schemeClr>
          </a:solidFill>
          <a:prstDash val="solid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15FA8-1708-41C7-8377-427EF7C66644}">
      <dsp:nvSpPr>
        <dsp:cNvPr id="0" name=""/>
        <dsp:cNvSpPr/>
      </dsp:nvSpPr>
      <dsp:spPr>
        <a:xfrm>
          <a:off x="363387" y="0"/>
          <a:ext cx="4188125" cy="418812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4BE90-2883-4C5F-A4FF-806965EF2D0E}">
      <dsp:nvSpPr>
        <dsp:cNvPr id="0" name=""/>
        <dsp:cNvSpPr/>
      </dsp:nvSpPr>
      <dsp:spPr>
        <a:xfrm>
          <a:off x="635615" y="272228"/>
          <a:ext cx="1675250" cy="167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Login for student, teacher and admin roles</a:t>
          </a:r>
        </a:p>
      </dsp:txBody>
      <dsp:txXfrm>
        <a:off x="717394" y="354007"/>
        <a:ext cx="1511692" cy="1511692"/>
      </dsp:txXfrm>
    </dsp:sp>
    <dsp:sp modelId="{6594BAF8-1F20-4497-A40D-9B743CF42FFB}">
      <dsp:nvSpPr>
        <dsp:cNvPr id="0" name=""/>
        <dsp:cNvSpPr/>
      </dsp:nvSpPr>
      <dsp:spPr>
        <a:xfrm>
          <a:off x="2604034" y="272228"/>
          <a:ext cx="1675250" cy="16752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Courses, quizzes, exams and materials</a:t>
          </a:r>
        </a:p>
      </dsp:txBody>
      <dsp:txXfrm>
        <a:off x="2685813" y="354007"/>
        <a:ext cx="1511692" cy="1511692"/>
      </dsp:txXfrm>
    </dsp:sp>
    <dsp:sp modelId="{15DBCBBC-2246-4001-A64E-C6BA14FB32A3}">
      <dsp:nvSpPr>
        <dsp:cNvPr id="0" name=""/>
        <dsp:cNvSpPr/>
      </dsp:nvSpPr>
      <dsp:spPr>
        <a:xfrm>
          <a:off x="635615" y="2240646"/>
          <a:ext cx="1675250" cy="16752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Secure data and progress tracking</a:t>
          </a:r>
        </a:p>
      </dsp:txBody>
      <dsp:txXfrm>
        <a:off x="717394" y="2322425"/>
        <a:ext cx="1511692" cy="1511692"/>
      </dsp:txXfrm>
    </dsp:sp>
    <dsp:sp modelId="{CA4F8AA7-C322-4243-A42A-7A0BF2122E72}">
      <dsp:nvSpPr>
        <dsp:cNvPr id="0" name=""/>
        <dsp:cNvSpPr/>
      </dsp:nvSpPr>
      <dsp:spPr>
        <a:xfrm>
          <a:off x="2604034" y="2240646"/>
          <a:ext cx="1675250" cy="1675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Notifications and communication</a:t>
          </a:r>
        </a:p>
      </dsp:txBody>
      <dsp:txXfrm>
        <a:off x="2685813" y="2322425"/>
        <a:ext cx="1511692" cy="15116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0655A-4DF4-408F-8DF9-4486D891B9ED}">
      <dsp:nvSpPr>
        <dsp:cNvPr id="0" name=""/>
        <dsp:cNvSpPr/>
      </dsp:nvSpPr>
      <dsp:spPr>
        <a:xfrm>
          <a:off x="49277" y="0"/>
          <a:ext cx="4188126" cy="4188126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65467-EF12-4CA7-A443-E7768A3A9D80}">
      <dsp:nvSpPr>
        <dsp:cNvPr id="0" name=""/>
        <dsp:cNvSpPr/>
      </dsp:nvSpPr>
      <dsp:spPr>
        <a:xfrm>
          <a:off x="2143340" y="421062"/>
          <a:ext cx="2722281" cy="9914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Improve learning accessibility</a:t>
          </a:r>
        </a:p>
      </dsp:txBody>
      <dsp:txXfrm>
        <a:off x="2191737" y="469459"/>
        <a:ext cx="2625487" cy="894613"/>
      </dsp:txXfrm>
    </dsp:sp>
    <dsp:sp modelId="{CC3818BD-78E9-4D76-8FAC-CE8450AEF80A}">
      <dsp:nvSpPr>
        <dsp:cNvPr id="0" name=""/>
        <dsp:cNvSpPr/>
      </dsp:nvSpPr>
      <dsp:spPr>
        <a:xfrm>
          <a:off x="2143340" y="1536396"/>
          <a:ext cx="2722281" cy="9914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3548044"/>
              <a:satOff val="1316"/>
              <a:lumOff val="-3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Enhance student-teacher interaction</a:t>
          </a:r>
        </a:p>
      </dsp:txBody>
      <dsp:txXfrm>
        <a:off x="2191737" y="1584793"/>
        <a:ext cx="2625487" cy="894613"/>
      </dsp:txXfrm>
    </dsp:sp>
    <dsp:sp modelId="{DAA5F4C3-0E3B-490D-9CB0-423062BDB6C3}">
      <dsp:nvSpPr>
        <dsp:cNvPr id="0" name=""/>
        <dsp:cNvSpPr/>
      </dsp:nvSpPr>
      <dsp:spPr>
        <a:xfrm>
          <a:off x="2143340" y="2651729"/>
          <a:ext cx="2722281" cy="9914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7096088"/>
              <a:satOff val="2633"/>
              <a:lumOff val="-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Efficient course and result management</a:t>
          </a:r>
        </a:p>
      </dsp:txBody>
      <dsp:txXfrm>
        <a:off x="2191737" y="2700126"/>
        <a:ext cx="2625487" cy="8946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8B03E-8532-44CF-96F1-1582938684A2}">
      <dsp:nvSpPr>
        <dsp:cNvPr id="0" name=""/>
        <dsp:cNvSpPr/>
      </dsp:nvSpPr>
      <dsp:spPr>
        <a:xfrm rot="5400000">
          <a:off x="272883" y="1172919"/>
          <a:ext cx="1020701" cy="116203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F6E9182-50B5-41D6-A406-C38FE4F339D0}">
      <dsp:nvSpPr>
        <dsp:cNvPr id="0" name=""/>
        <dsp:cNvSpPr/>
      </dsp:nvSpPr>
      <dsp:spPr>
        <a:xfrm>
          <a:off x="2459" y="41452"/>
          <a:ext cx="1718259" cy="120272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2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Login</a:t>
          </a:r>
        </a:p>
      </dsp:txBody>
      <dsp:txXfrm>
        <a:off x="61182" y="100175"/>
        <a:ext cx="1600813" cy="1085280"/>
      </dsp:txXfrm>
    </dsp:sp>
    <dsp:sp modelId="{0172FF7B-276C-4BE1-8280-A1120BAE36D0}">
      <dsp:nvSpPr>
        <dsp:cNvPr id="0" name=""/>
        <dsp:cNvSpPr/>
      </dsp:nvSpPr>
      <dsp:spPr>
        <a:xfrm>
          <a:off x="1720719" y="156159"/>
          <a:ext cx="1249698" cy="972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A1F21-BFD3-4293-B4D5-467946D97FAA}">
      <dsp:nvSpPr>
        <dsp:cNvPr id="0" name=""/>
        <dsp:cNvSpPr/>
      </dsp:nvSpPr>
      <dsp:spPr>
        <a:xfrm rot="5400000">
          <a:off x="1697503" y="2609876"/>
          <a:ext cx="1020701" cy="116203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4996417"/>
            <a:satOff val="2880"/>
            <a:lumOff val="16535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5D73643-9BB6-4626-9E2E-008B840F1A38}">
      <dsp:nvSpPr>
        <dsp:cNvPr id="0" name=""/>
        <dsp:cNvSpPr/>
      </dsp:nvSpPr>
      <dsp:spPr>
        <a:xfrm>
          <a:off x="1427079" y="1392510"/>
          <a:ext cx="1718259" cy="1374523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3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Dashboard</a:t>
          </a:r>
        </a:p>
      </dsp:txBody>
      <dsp:txXfrm>
        <a:off x="1494190" y="1459621"/>
        <a:ext cx="1584037" cy="1240301"/>
      </dsp:txXfrm>
    </dsp:sp>
    <dsp:sp modelId="{AB5BE4E0-ACB6-4F38-B67A-C23674E25FE6}">
      <dsp:nvSpPr>
        <dsp:cNvPr id="0" name=""/>
        <dsp:cNvSpPr/>
      </dsp:nvSpPr>
      <dsp:spPr>
        <a:xfrm>
          <a:off x="3145339" y="1593116"/>
          <a:ext cx="1249698" cy="972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0CA2CB-D32A-465B-A7AC-5AA7F0219EE2}">
      <dsp:nvSpPr>
        <dsp:cNvPr id="0" name=""/>
        <dsp:cNvSpPr/>
      </dsp:nvSpPr>
      <dsp:spPr>
        <a:xfrm>
          <a:off x="2851699" y="2829467"/>
          <a:ext cx="1718259" cy="127407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4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Courses</a:t>
          </a:r>
        </a:p>
      </dsp:txBody>
      <dsp:txXfrm>
        <a:off x="2913905" y="2891673"/>
        <a:ext cx="1593847" cy="11496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57ADA-9138-4EDC-8C5E-E4CC1FECAE41}">
      <dsp:nvSpPr>
        <dsp:cNvPr id="0" name=""/>
        <dsp:cNvSpPr/>
      </dsp:nvSpPr>
      <dsp:spPr>
        <a:xfrm rot="5400000">
          <a:off x="293322" y="1190051"/>
          <a:ext cx="1097153" cy="124906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01A8D-5279-4C93-A53B-B4B78119F423}">
      <dsp:nvSpPr>
        <dsp:cNvPr id="0" name=""/>
        <dsp:cNvSpPr/>
      </dsp:nvSpPr>
      <dsp:spPr>
        <a:xfrm>
          <a:off x="2" y="2"/>
          <a:ext cx="1846959" cy="129281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Submit Assignments</a:t>
          </a:r>
        </a:p>
      </dsp:txBody>
      <dsp:txXfrm>
        <a:off x="63123" y="63123"/>
        <a:ext cx="1720717" cy="1166570"/>
      </dsp:txXfrm>
    </dsp:sp>
    <dsp:sp modelId="{9651AAF2-E028-4AE9-B668-EFF3036E0CDA}">
      <dsp:nvSpPr>
        <dsp:cNvPr id="0" name=""/>
        <dsp:cNvSpPr/>
      </dsp:nvSpPr>
      <dsp:spPr>
        <a:xfrm>
          <a:off x="1849603" y="97134"/>
          <a:ext cx="1343302" cy="104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6D5C5-7A26-4C5B-8FF9-CA413037E176}">
      <dsp:nvSpPr>
        <dsp:cNvPr id="0" name=""/>
        <dsp:cNvSpPr/>
      </dsp:nvSpPr>
      <dsp:spPr>
        <a:xfrm rot="5400000">
          <a:off x="1824648" y="2642306"/>
          <a:ext cx="1097153" cy="124906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7135382"/>
            <a:satOff val="-1556"/>
            <a:lumOff val="12929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D4EB9-3F8B-46EF-8FE2-E4A16B850313}">
      <dsp:nvSpPr>
        <dsp:cNvPr id="0" name=""/>
        <dsp:cNvSpPr/>
      </dsp:nvSpPr>
      <dsp:spPr>
        <a:xfrm>
          <a:off x="1533970" y="1426089"/>
          <a:ext cx="1846959" cy="1292812"/>
        </a:xfrm>
        <a:prstGeom prst="roundRect">
          <a:avLst>
            <a:gd name="adj" fmla="val 16670"/>
          </a:avLst>
        </a:prstGeom>
        <a:solidFill>
          <a:schemeClr val="accent2">
            <a:hueOff val="3548044"/>
            <a:satOff val="1316"/>
            <a:lumOff val="-3824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Take Exams</a:t>
          </a:r>
        </a:p>
      </dsp:txBody>
      <dsp:txXfrm>
        <a:off x="1597091" y="1489210"/>
        <a:ext cx="1720717" cy="1166570"/>
      </dsp:txXfrm>
    </dsp:sp>
    <dsp:sp modelId="{51FF70D8-50ED-44E5-A02A-8849ED5101DD}">
      <dsp:nvSpPr>
        <dsp:cNvPr id="0" name=""/>
        <dsp:cNvSpPr/>
      </dsp:nvSpPr>
      <dsp:spPr>
        <a:xfrm>
          <a:off x="3380929" y="1549389"/>
          <a:ext cx="1343302" cy="104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898CA-A288-45C8-8B8B-DD32E9AC818D}">
      <dsp:nvSpPr>
        <dsp:cNvPr id="0" name=""/>
        <dsp:cNvSpPr/>
      </dsp:nvSpPr>
      <dsp:spPr>
        <a:xfrm>
          <a:off x="3065296" y="2878344"/>
          <a:ext cx="1846959" cy="1292812"/>
        </a:xfrm>
        <a:prstGeom prst="roundRect">
          <a:avLst>
            <a:gd name="adj" fmla="val 16670"/>
          </a:avLst>
        </a:prstGeom>
        <a:solidFill>
          <a:schemeClr val="accent2">
            <a:hueOff val="7096088"/>
            <a:satOff val="2633"/>
            <a:lumOff val="-7647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View Result</a:t>
          </a:r>
        </a:p>
      </dsp:txBody>
      <dsp:txXfrm>
        <a:off x="3128417" y="2941465"/>
        <a:ext cx="1720717" cy="11665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EBD32-9B02-497E-9D67-A7BF81AF3A5A}">
      <dsp:nvSpPr>
        <dsp:cNvPr id="0" name=""/>
        <dsp:cNvSpPr/>
      </dsp:nvSpPr>
      <dsp:spPr>
        <a:xfrm>
          <a:off x="0" y="1476719"/>
          <a:ext cx="469205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59662-F47B-4012-AEDD-C4AB06FB0B4A}">
      <dsp:nvSpPr>
        <dsp:cNvPr id="0" name=""/>
        <dsp:cNvSpPr/>
      </dsp:nvSpPr>
      <dsp:spPr>
        <a:xfrm>
          <a:off x="286360" y="1240559"/>
          <a:ext cx="3284435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144" tIns="0" rIns="1241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Students and Teachers</a:t>
          </a:r>
        </a:p>
      </dsp:txBody>
      <dsp:txXfrm>
        <a:off x="309417" y="1263616"/>
        <a:ext cx="3238321" cy="426206"/>
      </dsp:txXfrm>
    </dsp:sp>
    <dsp:sp modelId="{B75DA6BE-4AFF-4A76-A6F9-E0F0C944BB0C}">
      <dsp:nvSpPr>
        <dsp:cNvPr id="0" name=""/>
        <dsp:cNvSpPr/>
      </dsp:nvSpPr>
      <dsp:spPr>
        <a:xfrm>
          <a:off x="0" y="2202479"/>
          <a:ext cx="469205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3548044"/>
              <a:satOff val="1316"/>
              <a:lumOff val="-3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6412E-D274-4991-B572-FBE59CB55949}">
      <dsp:nvSpPr>
        <dsp:cNvPr id="0" name=""/>
        <dsp:cNvSpPr/>
      </dsp:nvSpPr>
      <dsp:spPr>
        <a:xfrm>
          <a:off x="234602" y="1966319"/>
          <a:ext cx="3284435" cy="472320"/>
        </a:xfrm>
        <a:prstGeom prst="roundRect">
          <a:avLst/>
        </a:prstGeom>
        <a:solidFill>
          <a:schemeClr val="accent2">
            <a:hueOff val="3548044"/>
            <a:satOff val="1316"/>
            <a:lumOff val="-3824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144" tIns="0" rIns="1241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Schools, colleges, universities</a:t>
          </a:r>
        </a:p>
      </dsp:txBody>
      <dsp:txXfrm>
        <a:off x="257659" y="1989376"/>
        <a:ext cx="3238321" cy="426206"/>
      </dsp:txXfrm>
    </dsp:sp>
    <dsp:sp modelId="{85F4509B-44B0-436E-ADAC-72F471AC194F}">
      <dsp:nvSpPr>
        <dsp:cNvPr id="0" name=""/>
        <dsp:cNvSpPr/>
      </dsp:nvSpPr>
      <dsp:spPr>
        <a:xfrm>
          <a:off x="0" y="2928239"/>
          <a:ext cx="469205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7096088"/>
              <a:satOff val="2633"/>
              <a:lumOff val="-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1BF8A-9D11-48C7-ACED-380D139B1993}">
      <dsp:nvSpPr>
        <dsp:cNvPr id="0" name=""/>
        <dsp:cNvSpPr/>
      </dsp:nvSpPr>
      <dsp:spPr>
        <a:xfrm>
          <a:off x="234602" y="2692079"/>
          <a:ext cx="3284435" cy="472320"/>
        </a:xfrm>
        <a:prstGeom prst="roundRect">
          <a:avLst/>
        </a:prstGeom>
        <a:solidFill>
          <a:schemeClr val="accent2">
            <a:hueOff val="7096088"/>
            <a:satOff val="2633"/>
            <a:lumOff val="-7647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144" tIns="0" rIns="1241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Training centers &amp; professionals</a:t>
          </a:r>
        </a:p>
      </dsp:txBody>
      <dsp:txXfrm>
        <a:off x="257659" y="2715136"/>
        <a:ext cx="3238321" cy="4262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39FFD-0399-4EA0-A51D-62349F08CEF3}">
      <dsp:nvSpPr>
        <dsp:cNvPr id="0" name=""/>
        <dsp:cNvSpPr/>
      </dsp:nvSpPr>
      <dsp:spPr>
        <a:xfrm>
          <a:off x="599" y="1045630"/>
          <a:ext cx="2339857" cy="1044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Cost-efficient and time-saving</a:t>
          </a:r>
        </a:p>
      </dsp:txBody>
      <dsp:txXfrm>
        <a:off x="599" y="1045630"/>
        <a:ext cx="2339857" cy="1044919"/>
      </dsp:txXfrm>
    </dsp:sp>
    <dsp:sp modelId="{E8BD25C9-6536-4E22-B73E-82B13FCDF30F}">
      <dsp:nvSpPr>
        <dsp:cNvPr id="0" name=""/>
        <dsp:cNvSpPr/>
      </dsp:nvSpPr>
      <dsp:spPr>
        <a:xfrm>
          <a:off x="2574442" y="1045342"/>
          <a:ext cx="2339857" cy="1045494"/>
        </a:xfrm>
        <a:prstGeom prst="rect">
          <a:avLst/>
        </a:prstGeom>
        <a:solidFill>
          <a:schemeClr val="accent3">
            <a:hueOff val="-3885836"/>
            <a:satOff val="-232"/>
            <a:lumOff val="2876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Learning without boundaries</a:t>
          </a:r>
        </a:p>
      </dsp:txBody>
      <dsp:txXfrm>
        <a:off x="2574442" y="1045342"/>
        <a:ext cx="2339857" cy="1045494"/>
      </dsp:txXfrm>
    </dsp:sp>
    <dsp:sp modelId="{C0E49107-028E-42B0-89DC-9326CD8B587E}">
      <dsp:nvSpPr>
        <dsp:cNvPr id="0" name=""/>
        <dsp:cNvSpPr/>
      </dsp:nvSpPr>
      <dsp:spPr>
        <a:xfrm>
          <a:off x="599" y="2343438"/>
          <a:ext cx="2339857" cy="1164603"/>
        </a:xfrm>
        <a:prstGeom prst="rect">
          <a:avLst/>
        </a:prstGeom>
        <a:solidFill>
          <a:schemeClr val="accent3">
            <a:hueOff val="-7771673"/>
            <a:satOff val="-464"/>
            <a:lumOff val="5751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Promotes digital skill growth</a:t>
          </a:r>
        </a:p>
      </dsp:txBody>
      <dsp:txXfrm>
        <a:off x="599" y="2343438"/>
        <a:ext cx="2339857" cy="1164603"/>
      </dsp:txXfrm>
    </dsp:sp>
    <dsp:sp modelId="{89AA6BDB-A95A-4FDC-8A5C-AC387CEFB74C}">
      <dsp:nvSpPr>
        <dsp:cNvPr id="0" name=""/>
        <dsp:cNvSpPr/>
      </dsp:nvSpPr>
      <dsp:spPr>
        <a:xfrm>
          <a:off x="2574442" y="2324822"/>
          <a:ext cx="2339857" cy="1201834"/>
        </a:xfrm>
        <a:prstGeom prst="rect">
          <a:avLst/>
        </a:prstGeom>
        <a:solidFill>
          <a:schemeClr val="accent3">
            <a:hueOff val="-11657509"/>
            <a:satOff val="-696"/>
            <a:lumOff val="8627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Supports remote education</a:t>
          </a:r>
        </a:p>
      </dsp:txBody>
      <dsp:txXfrm>
        <a:off x="2574442" y="2324822"/>
        <a:ext cx="2339857" cy="12018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04840-0490-47A3-A700-862474A8F9C7}">
      <dsp:nvSpPr>
        <dsp:cNvPr id="0" name=""/>
        <dsp:cNvSpPr/>
      </dsp:nvSpPr>
      <dsp:spPr>
        <a:xfrm>
          <a:off x="0" y="593345"/>
          <a:ext cx="491966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A8E51-B2D0-48EC-BA3A-11BBA788F5CB}">
      <dsp:nvSpPr>
        <dsp:cNvPr id="0" name=""/>
        <dsp:cNvSpPr/>
      </dsp:nvSpPr>
      <dsp:spPr>
        <a:xfrm>
          <a:off x="278256" y="96550"/>
          <a:ext cx="3443764" cy="7034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166" tIns="0" rIns="13016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Smart system for modern learning</a:t>
          </a:r>
        </a:p>
      </dsp:txBody>
      <dsp:txXfrm>
        <a:off x="312595" y="130889"/>
        <a:ext cx="3375086" cy="634757"/>
      </dsp:txXfrm>
    </dsp:sp>
    <dsp:sp modelId="{3397A8C5-86BC-43A2-9DA6-CE5E7CDF6A0A}">
      <dsp:nvSpPr>
        <dsp:cNvPr id="0" name=""/>
        <dsp:cNvSpPr/>
      </dsp:nvSpPr>
      <dsp:spPr>
        <a:xfrm>
          <a:off x="0" y="1549023"/>
          <a:ext cx="491966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450B8-889B-46D8-9077-D24114F84F7B}">
      <dsp:nvSpPr>
        <dsp:cNvPr id="0" name=""/>
        <dsp:cNvSpPr/>
      </dsp:nvSpPr>
      <dsp:spPr>
        <a:xfrm>
          <a:off x="245983" y="1021745"/>
          <a:ext cx="3443764" cy="7500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166" tIns="0" rIns="13016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 teaching efficiency</a:t>
          </a:r>
        </a:p>
      </dsp:txBody>
      <dsp:txXfrm>
        <a:off x="282596" y="1058358"/>
        <a:ext cx="3370538" cy="676794"/>
      </dsp:txXfrm>
    </dsp:sp>
    <dsp:sp modelId="{B7B2AC1D-46C0-49D9-98BA-694BDB20BF87}">
      <dsp:nvSpPr>
        <dsp:cNvPr id="0" name=""/>
        <dsp:cNvSpPr/>
      </dsp:nvSpPr>
      <dsp:spPr>
        <a:xfrm>
          <a:off x="0" y="2565671"/>
          <a:ext cx="491966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D5204-5992-4051-9CE0-040CDDDC5E7D}">
      <dsp:nvSpPr>
        <dsp:cNvPr id="0" name=""/>
        <dsp:cNvSpPr/>
      </dsp:nvSpPr>
      <dsp:spPr>
        <a:xfrm>
          <a:off x="245983" y="1993526"/>
          <a:ext cx="3478305" cy="77878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166" tIns="0" rIns="13016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Better accessibility for everyone</a:t>
          </a:r>
        </a:p>
      </dsp:txBody>
      <dsp:txXfrm>
        <a:off x="284000" y="2031543"/>
        <a:ext cx="3402271" cy="702750"/>
      </dsp:txXfrm>
    </dsp:sp>
    <dsp:sp modelId="{D4567933-01C8-4F0F-8443-E15118128AF5}">
      <dsp:nvSpPr>
        <dsp:cNvPr id="0" name=""/>
        <dsp:cNvSpPr/>
      </dsp:nvSpPr>
      <dsp:spPr>
        <a:xfrm>
          <a:off x="0" y="3455675"/>
          <a:ext cx="491966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9B390-9E01-4BE3-B152-DA26E44DAC07}">
      <dsp:nvSpPr>
        <dsp:cNvPr id="0" name=""/>
        <dsp:cNvSpPr/>
      </dsp:nvSpPr>
      <dsp:spPr>
        <a:xfrm>
          <a:off x="245983" y="2994071"/>
          <a:ext cx="3443764" cy="66824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166" tIns="0" rIns="13016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Save time &amp; reduces errors</a:t>
          </a:r>
        </a:p>
      </dsp:txBody>
      <dsp:txXfrm>
        <a:off x="278604" y="3026692"/>
        <a:ext cx="3378522" cy="603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10/28/2025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8T05:29:04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10/28/2025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5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3666" y="1280161"/>
            <a:ext cx="6078070" cy="153834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  </a:t>
            </a:r>
            <a:r>
              <a:rPr lang="en-US" sz="4000" b="1" dirty="0"/>
              <a:t>Online learning    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1381" y="2818505"/>
            <a:ext cx="2958861" cy="2811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Submitted by: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Md. Fahim Ahamed Tonmoy 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ID: 20232119010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Shaharul Islam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ID: 20232027010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Shree Bishal Kumar Ghosh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ID: 20232019010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Irina Sultana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ID: 20232143010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24560-4E65-8779-6F20-5FF749086C89}"/>
              </a:ext>
            </a:extLst>
          </p:cNvPr>
          <p:cNvSpPr txBox="1"/>
          <p:nvPr/>
        </p:nvSpPr>
        <p:spPr>
          <a:xfrm>
            <a:off x="5952226" y="2818505"/>
            <a:ext cx="553815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Submitted To: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cs typeface="Times New Roman" panose="02020603050405020304" pitchFamily="18" charset="0"/>
              </a:rPr>
              <a:t>Zahrul</a:t>
            </a:r>
            <a:r>
              <a:rPr lang="en-US" b="1" dirty="0">
                <a:cs typeface="Times New Roman" panose="02020603050405020304" pitchFamily="18" charset="0"/>
              </a:rPr>
              <a:t> Jannat Peya</a:t>
            </a:r>
          </a:p>
          <a:p>
            <a:pPr>
              <a:lnSpc>
                <a:spcPct val="150000"/>
              </a:lnSpc>
            </a:pPr>
            <a:r>
              <a:rPr lang="en-US" b="1" dirty="0">
                <a:cs typeface="Times New Roman" panose="02020603050405020304" pitchFamily="18" charset="0"/>
              </a:rPr>
              <a:t>Assistant Professor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cs typeface="Times New Roman" panose="02020603050405020304" pitchFamily="18" charset="0"/>
              </a:rPr>
              <a:t>Department of Computer Science and Engineering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cs typeface="Times New Roman" panose="02020603050405020304" pitchFamily="18" charset="0"/>
              </a:rPr>
              <a:t>North Western University, Khulna</a:t>
            </a:r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b="1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F4E93-CBA7-FB4F-ED83-3EEA7CEE3A2C}"/>
              </a:ext>
            </a:extLst>
          </p:cNvPr>
          <p:cNvSpPr txBox="1"/>
          <p:nvPr/>
        </p:nvSpPr>
        <p:spPr>
          <a:xfrm>
            <a:off x="1104900" y="1600200"/>
            <a:ext cx="3396996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A simple and user-friendly platform that allows students and teachers to manage courses, assignments, and learning activities online anytime, anywhere. It enhances communication and provides flexible access to learning resources.</a:t>
            </a:r>
          </a:p>
        </p:txBody>
      </p:sp>
      <p:pic>
        <p:nvPicPr>
          <p:cNvPr id="21" name="Picture 20" descr="A person using a computer&#10;&#10;AI-generated content may be incorrect.">
            <a:extLst>
              <a:ext uri="{FF2B5EF4-FFF2-40B4-BE49-F238E27FC236}">
                <a16:creationId xmlns:a16="http://schemas.microsoft.com/office/drawing/2014/main" id="{9DE9BD55-E1CE-1DC3-4BAD-2DD3D5005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43" b="-1"/>
          <a:stretch>
            <a:fillRect/>
          </a:stretch>
        </p:blipFill>
        <p:spPr>
          <a:xfrm>
            <a:off x="4654671" y="1600199"/>
            <a:ext cx="6430912" cy="4572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hueOff val="0"/>
            <a:satOff val="0"/>
            <a:lumOff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</a:rPr>
              <a:t>BACKGROUND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AE73A9E-6227-C001-F224-41735A742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054438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sz="4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</a:rPr>
              <a:t>IDEA DESCRIPTION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C40C99A-4699-5460-3076-685A83ECE1D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6191225"/>
              </p:ext>
            </p:extLst>
          </p:nvPr>
        </p:nvGraphicFramePr>
        <p:xfrm>
          <a:off x="1104900" y="1600200"/>
          <a:ext cx="49149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A3ECFE0-9406-3122-6EE9-6E2E4255B3DE}"/>
                  </a:ext>
                </a:extLst>
              </p14:cNvPr>
              <p14:cNvContentPartPr/>
              <p14:nvPr/>
            </p14:nvContentPartPr>
            <p14:xfrm>
              <a:off x="4921774" y="359918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A3ECFE0-9406-3122-6EE9-6E2E4255B3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8134" y="349154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hought Bubble: Cloud 23">
            <a:extLst>
              <a:ext uri="{FF2B5EF4-FFF2-40B4-BE49-F238E27FC236}">
                <a16:creationId xmlns:a16="http://schemas.microsoft.com/office/drawing/2014/main" id="{95983F84-0A58-EB49-DDE7-6ECA1B2A5081}"/>
              </a:ext>
            </a:extLst>
          </p:cNvPr>
          <p:cNvSpPr/>
          <p:nvPr/>
        </p:nvSpPr>
        <p:spPr>
          <a:xfrm>
            <a:off x="7609489" y="1439917"/>
            <a:ext cx="3216165" cy="2336345"/>
          </a:xfrm>
          <a:prstGeom prst="cloudCallout">
            <a:avLst>
              <a:gd name="adj1" fmla="val -32598"/>
              <a:gd name="adj2" fmla="val 97589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ALL IN 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53EF7-A17E-AE6A-16B3-3F6F620F0B1E}"/>
              </a:ext>
            </a:extLst>
          </p:cNvPr>
          <p:cNvSpPr txBox="1"/>
          <p:nvPr/>
        </p:nvSpPr>
        <p:spPr>
          <a:xfrm>
            <a:off x="1509622" y="226874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AF866-0F45-A544-7410-589140EAC704}"/>
              </a:ext>
            </a:extLst>
          </p:cNvPr>
          <p:cNvSpPr txBox="1"/>
          <p:nvPr/>
        </p:nvSpPr>
        <p:spPr>
          <a:xfrm>
            <a:off x="1781491" y="3655367"/>
            <a:ext cx="543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A8D83F-7FD3-4932-F456-6203615C24BE}"/>
              </a:ext>
            </a:extLst>
          </p:cNvPr>
          <p:cNvSpPr txBox="1"/>
          <p:nvPr/>
        </p:nvSpPr>
        <p:spPr>
          <a:xfrm>
            <a:off x="1509622" y="502696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KEY FEATURES AND OBJECTIVES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F18AEBB-8D30-7808-8BBC-D05BE39F4F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79218223"/>
              </p:ext>
            </p:extLst>
          </p:nvPr>
        </p:nvGraphicFramePr>
        <p:xfrm>
          <a:off x="1104900" y="1984074"/>
          <a:ext cx="4914900" cy="4188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5068A4-DB27-8019-193F-7703C8A43A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0379203"/>
              </p:ext>
            </p:extLst>
          </p:nvPr>
        </p:nvGraphicFramePr>
        <p:xfrm>
          <a:off x="6172200" y="1984074"/>
          <a:ext cx="4914900" cy="4188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7D493EC-9D77-F8AB-6651-B5CCF76F8514}"/>
              </a:ext>
            </a:extLst>
          </p:cNvPr>
          <p:cNvSpPr txBox="1"/>
          <p:nvPr/>
        </p:nvSpPr>
        <p:spPr>
          <a:xfrm>
            <a:off x="1768415" y="1492370"/>
            <a:ext cx="1755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Key Features: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65712-7710-4AEF-F3E9-747FD1D747EC}"/>
              </a:ext>
            </a:extLst>
          </p:cNvPr>
          <p:cNvSpPr txBox="1"/>
          <p:nvPr/>
        </p:nvSpPr>
        <p:spPr>
          <a:xfrm>
            <a:off x="6172200" y="1492370"/>
            <a:ext cx="1468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Objectives:</a:t>
            </a: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sz="4400" b="1" dirty="0">
                <a:latin typeface="+mn-lt"/>
              </a:rPr>
              <a:t>Workflow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22BB51E-DF39-6502-22E7-7FF0EF7506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65165597"/>
              </p:ext>
            </p:extLst>
          </p:nvPr>
        </p:nvGraphicFramePr>
        <p:xfrm>
          <a:off x="1104900" y="2027208"/>
          <a:ext cx="4572419" cy="4144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E52D3F6C-55E8-8F12-1FD4-14DC59ACA5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95387651"/>
              </p:ext>
            </p:extLst>
          </p:nvPr>
        </p:nvGraphicFramePr>
        <p:xfrm>
          <a:off x="6172200" y="2027208"/>
          <a:ext cx="4914900" cy="4144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52AEE8D-D52F-5A78-BC5D-EECF0B62D6A4}"/>
              </a:ext>
            </a:extLst>
          </p:cNvPr>
          <p:cNvSpPr txBox="1"/>
          <p:nvPr/>
        </p:nvSpPr>
        <p:spPr>
          <a:xfrm>
            <a:off x="1191164" y="1415519"/>
            <a:ext cx="1662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For Courses: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DB4DC9-F074-85C5-56DC-E801FFECF1A0}"/>
              </a:ext>
            </a:extLst>
          </p:cNvPr>
          <p:cNvSpPr txBox="1"/>
          <p:nvPr/>
        </p:nvSpPr>
        <p:spPr>
          <a:xfrm>
            <a:off x="6172200" y="1415519"/>
            <a:ext cx="1312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For Tests:</a:t>
            </a:r>
          </a:p>
        </p:txBody>
      </p:sp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09EF-11F4-BEF2-27E1-B0E4E43D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TARGET POPULATION AND BENEFITS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2A3EBB1-DAB9-24E7-CC6E-314A2D34787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5406166"/>
              </p:ext>
            </p:extLst>
          </p:nvPr>
        </p:nvGraphicFramePr>
        <p:xfrm>
          <a:off x="1104900" y="1600200"/>
          <a:ext cx="4692051" cy="4571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F3F718-BDA7-E23C-A6A8-A17D4B11FE13}"/>
              </a:ext>
            </a:extLst>
          </p:cNvPr>
          <p:cNvSpPr txBox="1"/>
          <p:nvPr/>
        </p:nvSpPr>
        <p:spPr>
          <a:xfrm>
            <a:off x="972829" y="1958196"/>
            <a:ext cx="2483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Target Populations: 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2650C9B7-4386-3156-DA43-E9969E0055D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733956"/>
              </p:ext>
            </p:extLst>
          </p:nvPr>
        </p:nvGraphicFramePr>
        <p:xfrm>
          <a:off x="6172200" y="1600200"/>
          <a:ext cx="49149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0A08FE9-6CBC-CE69-FE85-268FF3AF15CA}"/>
              </a:ext>
            </a:extLst>
          </p:cNvPr>
          <p:cNvSpPr txBox="1"/>
          <p:nvPr/>
        </p:nvSpPr>
        <p:spPr>
          <a:xfrm>
            <a:off x="6019801" y="1958196"/>
            <a:ext cx="1261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Benefits: </a:t>
            </a:r>
          </a:p>
        </p:txBody>
      </p:sp>
    </p:spTree>
    <p:extLst>
      <p:ext uri="{BB962C8B-B14F-4D97-AF65-F5344CB8AC3E}">
        <p14:creationId xmlns:p14="http://schemas.microsoft.com/office/powerpoint/2010/main" val="297390396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97ABACB-4574-F213-7D00-E05993CD2D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0951332"/>
              </p:ext>
            </p:extLst>
          </p:nvPr>
        </p:nvGraphicFramePr>
        <p:xfrm>
          <a:off x="1104900" y="1667435"/>
          <a:ext cx="4919663" cy="3905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A1ADF2-B430-22BF-46EA-E176B4F88A8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166110" y="1667434"/>
            <a:ext cx="4919472" cy="3905025"/>
          </a:xfrm>
          <a:noFill/>
        </p:spPr>
      </p:pic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1039</TotalTime>
  <Words>235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Euphemia</vt:lpstr>
      <vt:lpstr>Plantagenet Cherokee</vt:lpstr>
      <vt:lpstr>Times New Roman</vt:lpstr>
      <vt:lpstr>Wingdings</vt:lpstr>
      <vt:lpstr>Academic Literature 16x9</vt:lpstr>
      <vt:lpstr>  Online learning     management system</vt:lpstr>
      <vt:lpstr>INTRODUCTION</vt:lpstr>
      <vt:lpstr>BACKGROUND</vt:lpstr>
      <vt:lpstr>IDEA DESCRIPTION</vt:lpstr>
      <vt:lpstr>KEY FEATURES AND OBJECTIVES</vt:lpstr>
      <vt:lpstr>Workflow</vt:lpstr>
      <vt:lpstr>TARGET POPULATION AND BENEFITS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Fahim Ahamed Tonmoy</dc:creator>
  <cp:lastModifiedBy>Fahim Ahamed Tonmoy</cp:lastModifiedBy>
  <cp:revision>1</cp:revision>
  <dcterms:created xsi:type="dcterms:W3CDTF">2025-10-28T03:39:55Z</dcterms:created>
  <dcterms:modified xsi:type="dcterms:W3CDTF">2025-10-28T20:59:16Z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